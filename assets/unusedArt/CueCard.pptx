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5" r:id="rId6"/>
    <p:sldId id="269" r:id="rId7"/>
    <p:sldId id="270" r:id="rId8"/>
    <p:sldId id="271" r:id="rId9"/>
    <p:sldId id="260" r:id="rId10"/>
    <p:sldId id="263" r:id="rId11"/>
    <p:sldId id="268" r:id="rId12"/>
    <p:sldId id="267" r:id="rId13"/>
    <p:sldId id="266" r:id="rId14"/>
    <p:sldId id="264" r:id="rId15"/>
    <p:sldId id="261" r:id="rId16"/>
    <p:sldId id="262" r:id="rId17"/>
    <p:sldId id="272" r:id="rId18"/>
    <p:sldId id="273" r:id="rId19"/>
    <p:sldId id="274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CDB4"/>
    <a:srgbClr val="D7CFB7"/>
    <a:srgbClr val="FAF9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100" d="100"/>
          <a:sy n="100" d="100"/>
        </p:scale>
        <p:origin x="9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A01BD-9043-5041-2B77-6560EF385B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57DB69-6B99-709D-B33C-AB045F6F5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EA263-5B07-1DDF-6233-4D8009F8B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A079-3F34-4A9B-89E2-FC12EC4EA338}" type="datetimeFigureOut">
              <a:rPr lang="en-CA" smtClean="0"/>
              <a:t>2025-04-25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D4AAF-E749-120F-3E7B-2F37FC6AB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481FE-B7F5-CF10-932D-2E174F1D1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6D6EA-4E45-4B15-8FBD-BAFA622ACA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4249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11FCA-2449-4E63-55FF-944CACCAB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733FF-A177-BF39-B6D1-BEA190657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4B6C5-A2F8-5068-07DB-CE948AB2F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A079-3F34-4A9B-89E2-FC12EC4EA338}" type="datetimeFigureOut">
              <a:rPr lang="en-CA" smtClean="0"/>
              <a:t>2025-04-25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C8DA1-6758-CDDD-D396-FAB0CDEF8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BDA64-C451-313F-3724-C59F3519A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6D6EA-4E45-4B15-8FBD-BAFA622ACA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3339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31F92-8B4B-BEF2-9DBE-AF59D3CC1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8DD21-482A-7779-D843-EA831856C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D84D0-1161-5BD8-1997-D8CD35FE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A079-3F34-4A9B-89E2-FC12EC4EA338}" type="datetimeFigureOut">
              <a:rPr lang="en-CA" smtClean="0"/>
              <a:t>2025-04-25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78019-744C-1C6E-2D30-780192B43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5F847-DB83-7F6B-41F8-EA8CDA68B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6D6EA-4E45-4B15-8FBD-BAFA622ACA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4130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19CE1-3E58-C26E-0754-FD3DAC59C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FF43C-88C5-B8DF-0C87-6000B1CE33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34D503-89BA-F1C5-93D9-0D08CCD08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0BF7E-3A94-2B4A-0B55-0F81CC492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A079-3F34-4A9B-89E2-FC12EC4EA338}" type="datetimeFigureOut">
              <a:rPr lang="en-CA" smtClean="0"/>
              <a:t>2025-04-25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2BE24-95BA-FCBF-1FC1-4866B8B32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FEDC1A-54A1-811E-FBCF-DC5E98460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6D6EA-4E45-4B15-8FBD-BAFA622ACA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2539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C5008-66A1-104A-E451-89CB27E1B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203036-40BD-140E-704E-B2AB3145B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D00F73-F853-ECBB-F7AE-BC9D071A5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258926-BA23-4A6C-103B-98629FEDA0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BC9948-C4F6-A253-D3F2-B74EBCBC4A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4C7DD9-8F60-849E-917F-9EC57EC8F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A079-3F34-4A9B-89E2-FC12EC4EA338}" type="datetimeFigureOut">
              <a:rPr lang="en-CA" smtClean="0"/>
              <a:t>2025-04-25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F67CA1-165E-6BDE-20E2-8E36076DA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9C9882-9694-A46B-623D-574E3AE57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6D6EA-4E45-4B15-8FBD-BAFA622ACA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6326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BC0EF-FC2A-6E9D-DB05-9A21A70E6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12F984-C185-67E6-EE69-5D0C6499F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A079-3F34-4A9B-89E2-FC12EC4EA338}" type="datetimeFigureOut">
              <a:rPr lang="en-CA" smtClean="0"/>
              <a:t>2025-04-25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3A53F3-DDC3-F1B1-B864-F49D978B9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AA689E-B888-7DF2-D38C-13C66B66A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6D6EA-4E45-4B15-8FBD-BAFA622ACA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761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AB32CD-FC10-E6C9-91DF-D6BB5ECA5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A079-3F34-4A9B-89E2-FC12EC4EA338}" type="datetimeFigureOut">
              <a:rPr lang="en-CA" smtClean="0"/>
              <a:t>2025-04-25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416EAA-BE33-9C14-3011-C4E9B3854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D125B-DF8A-E4AC-BF14-09329CC03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6D6EA-4E45-4B15-8FBD-BAFA622ACA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2243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A9F14-5920-C584-3166-FB6C5A65A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60A10-9FFC-511C-B52D-6C68E3361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81F830-8C10-3202-C2F0-52927C1BE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A9124F-1127-CE19-1068-6760BFD3C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A079-3F34-4A9B-89E2-FC12EC4EA338}" type="datetimeFigureOut">
              <a:rPr lang="en-CA" smtClean="0"/>
              <a:t>2025-04-25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AAB4A5-4640-0F0B-2B7F-32DF6A45B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23D7A9-4EA3-B8D2-AA48-66B02F944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6D6EA-4E45-4B15-8FBD-BAFA622ACA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1412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3D4C7-230B-49B3-9B17-3A4D7E6D1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876257-09A0-DF08-633A-E6C014C0FC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2893C1-E13E-4E15-1BA7-6FE6DB3568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104A1-7416-CAC5-09CA-59082AAB5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A079-3F34-4A9B-89E2-FC12EC4EA338}" type="datetimeFigureOut">
              <a:rPr lang="en-CA" smtClean="0"/>
              <a:t>2025-04-25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0283C-B19E-516C-324A-28B7E8AAA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DCCCBD-36F9-D222-D971-7162876D9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6D6EA-4E45-4B15-8FBD-BAFA622ACA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9015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40C1B-57AC-846B-7C43-0EC4930ED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FE20A-4E5E-A852-2B20-DB8C48463A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BDFE0-8F72-4A40-7FAD-3B17C07EC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A079-3F34-4A9B-89E2-FC12EC4EA338}" type="datetimeFigureOut">
              <a:rPr lang="en-CA" smtClean="0"/>
              <a:t>2025-04-25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298ED-C436-691A-A187-005480545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9E20E-AC2A-9E7A-64B7-108AA5089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6D6EA-4E45-4B15-8FBD-BAFA622ACA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6770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89B3A1-09EA-C0E9-7E06-07B6D11061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E10139-A207-4635-1988-78E1E36B1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B0C5E-7E62-C474-68C5-9AD46B12F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A079-3F34-4A9B-89E2-FC12EC4EA338}" type="datetimeFigureOut">
              <a:rPr lang="en-CA" smtClean="0"/>
              <a:t>2025-04-25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7DB86-9694-D7B9-60B1-49700860A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36E7C-987A-20FC-4B39-41A92B462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6D6EA-4E45-4B15-8FBD-BAFA622ACA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206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BAF469-BF97-C13F-8612-0F6887C8F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CCCE1-ED6A-F9A9-FF21-9552B8025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E542F-3265-11C2-BDE0-F0BEF56485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EEA079-3F34-4A9B-89E2-FC12EC4EA338}" type="datetimeFigureOut">
              <a:rPr lang="en-CA" smtClean="0"/>
              <a:t>2025-04-25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D0896-A45F-9D9B-3754-CA1E014F0A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B1798-D772-DA39-AE43-58BE4D1C7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56D6EA-4E45-4B15-8FBD-BAFA622ACA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643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FC2529-60FC-0ED5-68ED-8A614DCB455E}"/>
              </a:ext>
            </a:extLst>
          </p:cNvPr>
          <p:cNvSpPr/>
          <p:nvPr/>
        </p:nvSpPr>
        <p:spPr>
          <a:xfrm>
            <a:off x="0" y="0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8C9EC1E-1174-A73B-6E04-903CC8BBD1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57110"/>
              </p:ext>
            </p:extLst>
          </p:nvPr>
        </p:nvGraphicFramePr>
        <p:xfrm>
          <a:off x="0" y="0"/>
          <a:ext cx="5859105" cy="3137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68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1262348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837015">
                  <a:extLst>
                    <a:ext uri="{9D8B030D-6E8A-4147-A177-3AD203B41FA5}">
                      <a16:colId xmlns:a16="http://schemas.microsoft.com/office/drawing/2014/main" val="2098130027"/>
                    </a:ext>
                  </a:extLst>
                </a:gridCol>
                <a:gridCol w="837015">
                  <a:extLst>
                    <a:ext uri="{9D8B030D-6E8A-4147-A177-3AD203B41FA5}">
                      <a16:colId xmlns:a16="http://schemas.microsoft.com/office/drawing/2014/main" val="3777852723"/>
                    </a:ext>
                  </a:extLst>
                </a:gridCol>
                <a:gridCol w="837015">
                  <a:extLst>
                    <a:ext uri="{9D8B030D-6E8A-4147-A177-3AD203B41FA5}">
                      <a16:colId xmlns:a16="http://schemas.microsoft.com/office/drawing/2014/main" val="1647910078"/>
                    </a:ext>
                  </a:extLst>
                </a:gridCol>
                <a:gridCol w="1230407">
                  <a:extLst>
                    <a:ext uri="{9D8B030D-6E8A-4147-A177-3AD203B41FA5}">
                      <a16:colId xmlns:a16="http://schemas.microsoft.com/office/drawing/2014/main" val="1783730978"/>
                    </a:ext>
                  </a:extLst>
                </a:gridCol>
                <a:gridCol w="443623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664422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087168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563907"/>
                  </a:ext>
                </a:extLst>
              </a:tr>
              <a:tr h="413098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6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8863767"/>
                  </a:ext>
                </a:extLst>
              </a:tr>
            </a:tbl>
          </a:graphicData>
        </a:graphic>
      </p:graphicFrame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67F2A37-C2EB-FCBE-67E6-B7FF46037C97}"/>
              </a:ext>
            </a:extLst>
          </p:cNvPr>
          <p:cNvSpPr/>
          <p:nvPr/>
        </p:nvSpPr>
        <p:spPr>
          <a:xfrm>
            <a:off x="6162671" y="1850851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BC863459-481E-E927-25D5-1A3D231C2D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41228"/>
              </p:ext>
            </p:extLst>
          </p:nvPr>
        </p:nvGraphicFramePr>
        <p:xfrm>
          <a:off x="6162671" y="1850851"/>
          <a:ext cx="5859105" cy="3156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68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5003800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43623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kern="1200" dirty="0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.-- .-. .- .--.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kern="1200" dirty="0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.-- .-. .- .--.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b="1" kern="1200" dirty="0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.-- 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b="1" kern="1200" dirty="0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.-- 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664422"/>
                  </a:ext>
                </a:extLst>
              </a:tr>
              <a:tr h="288932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087168"/>
                  </a:ext>
                </a:extLst>
              </a:tr>
              <a:tr h="362394">
                <a:tc gridSpan="3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563907"/>
                  </a:ext>
                </a:extLst>
              </a:tr>
            </a:tbl>
          </a:graphicData>
        </a:graphic>
      </p:graphicFrame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53C2A84-D1EB-281C-D734-B957BB60A1C9}"/>
              </a:ext>
            </a:extLst>
          </p:cNvPr>
          <p:cNvSpPr/>
          <p:nvPr/>
        </p:nvSpPr>
        <p:spPr>
          <a:xfrm>
            <a:off x="236895" y="3561134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D4A0386B-8DB8-1244-4DE2-95862F84C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23761"/>
              </p:ext>
            </p:extLst>
          </p:nvPr>
        </p:nvGraphicFramePr>
        <p:xfrm>
          <a:off x="303569" y="3651679"/>
          <a:ext cx="5725754" cy="29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1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4889916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33526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800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800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800" b="1" kern="1200" dirty="0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8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28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98396">
                <a:tc gridSpan="3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1333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C9DC9-0AC1-206F-5D8A-A6B9CCC6C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FC31D81-CDD4-A56C-8523-3006627F9150}"/>
              </a:ext>
            </a:extLst>
          </p:cNvPr>
          <p:cNvSpPr/>
          <p:nvPr/>
        </p:nvSpPr>
        <p:spPr>
          <a:xfrm>
            <a:off x="2998202" y="1708841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8B4ACBA-99A2-A9DE-A018-42EE2F8BBD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429932"/>
              </p:ext>
            </p:extLst>
          </p:nvPr>
        </p:nvGraphicFramePr>
        <p:xfrm>
          <a:off x="3064876" y="2103120"/>
          <a:ext cx="572575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1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4889916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33526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4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400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2400" b="1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4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413407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CA" sz="24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98396">
                <a:tc gridSpan="3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3B76BCA-A8D7-E689-57DB-7A2B97176018}"/>
              </a:ext>
            </a:extLst>
          </p:cNvPr>
          <p:cNvSpPr txBox="1"/>
          <p:nvPr/>
        </p:nvSpPr>
        <p:spPr>
          <a:xfrm>
            <a:off x="2879753" y="95770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Bubble Wrap SOS</a:t>
            </a:r>
          </a:p>
        </p:txBody>
      </p:sp>
    </p:spTree>
    <p:extLst>
      <p:ext uri="{BB962C8B-B14F-4D97-AF65-F5344CB8AC3E}">
        <p14:creationId xmlns:p14="http://schemas.microsoft.com/office/powerpoint/2010/main" val="3840134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FD6A0-9392-367E-2998-DBA8925C8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CD96D24-6A48-1E49-ADC3-B6150C9CC420}"/>
              </a:ext>
            </a:extLst>
          </p:cNvPr>
          <p:cNvSpPr txBox="1"/>
          <p:nvPr/>
        </p:nvSpPr>
        <p:spPr>
          <a:xfrm>
            <a:off x="2879753" y="95770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More Cats Please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A908EB-766C-58AF-5165-DA6FE3FA0A0A}"/>
              </a:ext>
            </a:extLst>
          </p:cNvPr>
          <p:cNvSpPr txBox="1"/>
          <p:nvPr/>
        </p:nvSpPr>
        <p:spPr>
          <a:xfrm>
            <a:off x="5553075" y="77303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 err="1"/>
              <a:t>Rtwj</a:t>
            </a:r>
            <a:r>
              <a:rPr lang="en-CA" dirty="0"/>
              <a:t> </a:t>
            </a:r>
            <a:r>
              <a:rPr lang="en-CA" dirty="0" err="1"/>
              <a:t>Hfyx</a:t>
            </a:r>
            <a:r>
              <a:rPr lang="en-CA" dirty="0"/>
              <a:t> </a:t>
            </a:r>
            <a:r>
              <a:rPr lang="en-CA" dirty="0" err="1"/>
              <a:t>Uqjfxj</a:t>
            </a:r>
            <a:endParaRPr lang="en-CA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C4572E0-ED5B-55D8-535C-5540F12069D6}"/>
              </a:ext>
            </a:extLst>
          </p:cNvPr>
          <p:cNvSpPr/>
          <p:nvPr/>
        </p:nvSpPr>
        <p:spPr>
          <a:xfrm>
            <a:off x="2998202" y="1708841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72651-3FEC-38E0-AF23-A8BE5DBD2C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190774"/>
              </p:ext>
            </p:extLst>
          </p:nvPr>
        </p:nvGraphicFramePr>
        <p:xfrm>
          <a:off x="3064876" y="2103120"/>
          <a:ext cx="572575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1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4889916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33526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400" b="1" kern="1200" dirty="0" err="1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Rtwj</a:t>
                      </a:r>
                      <a:r>
                        <a:rPr lang="en-CA" sz="2400" b="1" kern="1200" dirty="0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CA" sz="2400" b="1" kern="1200" dirty="0" err="1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Hfyx</a:t>
                      </a:r>
                      <a:r>
                        <a:rPr lang="en-CA" sz="2400" b="1" kern="1200" dirty="0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CA" sz="2400" b="1" kern="1200" dirty="0" err="1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Uqjfxj</a:t>
                      </a:r>
                      <a:endParaRPr lang="en-CA" sz="24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400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2400" b="1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4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413407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24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98396">
                <a:tc gridSpan="3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5791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9174E-C9ED-509F-DD4A-FCF9757C6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BEC303-9842-3070-6FC7-91539F15F3B3}"/>
              </a:ext>
            </a:extLst>
          </p:cNvPr>
          <p:cNvSpPr/>
          <p:nvPr/>
        </p:nvSpPr>
        <p:spPr>
          <a:xfrm>
            <a:off x="2998202" y="1708841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E59931F-C2F4-B8E2-CC3A-A656B5948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830520"/>
              </p:ext>
            </p:extLst>
          </p:nvPr>
        </p:nvGraphicFramePr>
        <p:xfrm>
          <a:off x="3064876" y="2103120"/>
          <a:ext cx="572575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1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4889916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33526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400" b="1" kern="1200" dirty="0" err="1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Uneef</a:t>
                      </a:r>
                      <a:r>
                        <a:rPr lang="en-CA" sz="2400" b="1" kern="1200" dirty="0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CA" sz="2400" b="1" kern="1200" dirty="0" err="1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Uwtythtq</a:t>
                      </a:r>
                      <a:endParaRPr lang="en-CA" sz="24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400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2400" b="1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4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413407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24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98396">
                <a:tc gridSpan="3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96AA38E-B1B8-6B46-95FA-2EF18B09A561}"/>
              </a:ext>
            </a:extLst>
          </p:cNvPr>
          <p:cNvSpPr txBox="1"/>
          <p:nvPr/>
        </p:nvSpPr>
        <p:spPr>
          <a:xfrm>
            <a:off x="2879753" y="95770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Pizza Protocol</a:t>
            </a:r>
          </a:p>
        </p:txBody>
      </p:sp>
    </p:spTree>
    <p:extLst>
      <p:ext uri="{BB962C8B-B14F-4D97-AF65-F5344CB8AC3E}">
        <p14:creationId xmlns:p14="http://schemas.microsoft.com/office/powerpoint/2010/main" val="3820917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92C29-680A-8657-B736-499C311D8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F688200-C0EE-BF2B-7FF0-F17C2B15BB16}"/>
              </a:ext>
            </a:extLst>
          </p:cNvPr>
          <p:cNvSpPr/>
          <p:nvPr/>
        </p:nvSpPr>
        <p:spPr>
          <a:xfrm>
            <a:off x="5830201" y="488812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7FF13D1-9864-024D-5226-F52CF338F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709733"/>
              </p:ext>
            </p:extLst>
          </p:nvPr>
        </p:nvGraphicFramePr>
        <p:xfrm>
          <a:off x="5896875" y="883091"/>
          <a:ext cx="572575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1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4889916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33526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400" b="1" kern="1200" dirty="0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.- 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400" b="1" kern="1200" dirty="0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-.-.     .-     .-..     .-.. </a:t>
                      </a:r>
                      <a:endParaRPr lang="en-CA" sz="2400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400" b="1" kern="1200" dirty="0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..-.     .-.     ---     --</a:t>
                      </a:r>
                      <a:endParaRPr lang="en-CA" sz="2400" b="1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400" b="1" kern="1200" dirty="0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-     ....     . 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413407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b="1" kern="1200" dirty="0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...-    ---    ..     -..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98396">
                <a:tc gridSpan="3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B93BE41-AB14-35F2-17C0-0711387328A3}"/>
              </a:ext>
            </a:extLst>
          </p:cNvPr>
          <p:cNvSpPr txBox="1"/>
          <p:nvPr/>
        </p:nvSpPr>
        <p:spPr>
          <a:xfrm>
            <a:off x="266093" y="80236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Pizza Protocol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BF192E2-F9D7-2ACE-6894-5D74A3CCD508}"/>
              </a:ext>
            </a:extLst>
          </p:cNvPr>
          <p:cNvGrpSpPr/>
          <p:nvPr/>
        </p:nvGrpSpPr>
        <p:grpSpPr>
          <a:xfrm>
            <a:off x="674102" y="1899564"/>
            <a:ext cx="6393143" cy="4081462"/>
            <a:chOff x="674102" y="1899564"/>
            <a:chExt cx="6393143" cy="408146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98E2BE0-8F82-4BDA-7DCD-C979EA020D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529" t="2840" r="3664" b="2984"/>
            <a:stretch/>
          </p:blipFill>
          <p:spPr>
            <a:xfrm>
              <a:off x="674102" y="1899564"/>
              <a:ext cx="3198814" cy="4081462"/>
            </a:xfrm>
            <a:prstGeom prst="roundRect">
              <a:avLst>
                <a:gd name="adj" fmla="val 4995"/>
              </a:avLst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203FB36-9525-27FF-1A9E-E74D7BEF85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19676" y="3940295"/>
              <a:ext cx="3647569" cy="1960001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9344F6CC-2F7E-FF29-1782-8B598896A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0518" y="3942778"/>
            <a:ext cx="3646727" cy="195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636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E6349-5317-7DF6-926E-942546316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45D3353-12DD-F810-E52E-99B2372CD299}"/>
              </a:ext>
            </a:extLst>
          </p:cNvPr>
          <p:cNvSpPr/>
          <p:nvPr/>
        </p:nvSpPr>
        <p:spPr>
          <a:xfrm>
            <a:off x="2998202" y="1708841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7804C77-68CB-A123-D8E4-C35E063CBF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50622"/>
              </p:ext>
            </p:extLst>
          </p:nvPr>
        </p:nvGraphicFramePr>
        <p:xfrm>
          <a:off x="3064876" y="2103120"/>
          <a:ext cx="572575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1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4889916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33526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400" kern="1200" dirty="0">
                          <a:solidFill>
                            <a:srgbClr val="0070C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.     --    ---   .---    ..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400" kern="1200" dirty="0">
                          <a:solidFill>
                            <a:srgbClr val="0070C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.-..    .-    -.   --.   ..-   .-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400" b="1" kern="1200" dirty="0">
                          <a:solidFill>
                            <a:srgbClr val="0070C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CA" sz="2400" kern="1200" dirty="0">
                          <a:solidFill>
                            <a:srgbClr val="0070C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--.   .</a:t>
                      </a:r>
                      <a:endParaRPr lang="en-CA" sz="2400" b="1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4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413407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24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98396">
                <a:tc gridSpan="3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1183E70-CB36-7B08-1E37-9A34106E50AA}"/>
              </a:ext>
            </a:extLst>
          </p:cNvPr>
          <p:cNvSpPr txBox="1"/>
          <p:nvPr/>
        </p:nvSpPr>
        <p:spPr>
          <a:xfrm>
            <a:off x="2879753" y="95770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highlight>
                  <a:srgbClr val="FFFF00"/>
                </a:highlight>
              </a:rPr>
              <a:t>Emoji Language</a:t>
            </a:r>
          </a:p>
        </p:txBody>
      </p:sp>
    </p:spTree>
    <p:extLst>
      <p:ext uri="{BB962C8B-B14F-4D97-AF65-F5344CB8AC3E}">
        <p14:creationId xmlns:p14="http://schemas.microsoft.com/office/powerpoint/2010/main" val="1264815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F35D9-4F18-7197-C6E8-C2A3286F2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15DAB13-778E-F5C8-122F-BA6A19448036}"/>
              </a:ext>
            </a:extLst>
          </p:cNvPr>
          <p:cNvSpPr/>
          <p:nvPr/>
        </p:nvSpPr>
        <p:spPr>
          <a:xfrm>
            <a:off x="2998202" y="1708841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AA1D3DF-5F1D-CFEA-80EB-56F801E504B0}"/>
              </a:ext>
            </a:extLst>
          </p:cNvPr>
          <p:cNvGraphicFramePr>
            <a:graphicFrameLocks noGrp="1"/>
          </p:cNvGraphicFramePr>
          <p:nvPr/>
        </p:nvGraphicFramePr>
        <p:xfrm>
          <a:off x="3064876" y="2103120"/>
          <a:ext cx="572575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1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4889916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33526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400" kern="1200" dirty="0">
                          <a:solidFill>
                            <a:srgbClr val="0070C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-    .    -.-.    ....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400" kern="1200" dirty="0">
                          <a:solidFill>
                            <a:srgbClr val="0070C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...     ..-    .--.    .--.    ---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400" b="1" kern="1200" dirty="0">
                          <a:solidFill>
                            <a:srgbClr val="0070C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CA" sz="2400" kern="1200" dirty="0">
                          <a:solidFill>
                            <a:srgbClr val="0070C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.-.     -</a:t>
                      </a:r>
                      <a:endParaRPr lang="en-CA" sz="2400" b="1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4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413407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24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98396">
                <a:tc gridSpan="3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959194D-0B16-512F-BE06-9C4474C58765}"/>
              </a:ext>
            </a:extLst>
          </p:cNvPr>
          <p:cNvSpPr txBox="1"/>
          <p:nvPr/>
        </p:nvSpPr>
        <p:spPr>
          <a:xfrm>
            <a:off x="2879753" y="95770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highlight>
                  <a:srgbClr val="FFFF00"/>
                </a:highlight>
              </a:rPr>
              <a:t>Tech Support</a:t>
            </a:r>
          </a:p>
        </p:txBody>
      </p:sp>
    </p:spTree>
    <p:extLst>
      <p:ext uri="{BB962C8B-B14F-4D97-AF65-F5344CB8AC3E}">
        <p14:creationId xmlns:p14="http://schemas.microsoft.com/office/powerpoint/2010/main" val="3013826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A3E0-04D5-EC08-711D-35FA69A1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07A1706-0147-CCC4-57C5-195FA95D6B62}"/>
              </a:ext>
            </a:extLst>
          </p:cNvPr>
          <p:cNvSpPr/>
          <p:nvPr/>
        </p:nvSpPr>
        <p:spPr>
          <a:xfrm>
            <a:off x="2998202" y="1708841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4D5D4E5-8D99-EEAD-8F25-063F9B9E40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463094"/>
              </p:ext>
            </p:extLst>
          </p:nvPr>
        </p:nvGraphicFramePr>
        <p:xfrm>
          <a:off x="3064876" y="2103120"/>
          <a:ext cx="572575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1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4889916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33526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400" kern="1200" dirty="0">
                          <a:solidFill>
                            <a:srgbClr val="0070C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--     ---   ---    -. 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400" kern="1200" dirty="0">
                          <a:solidFill>
                            <a:srgbClr val="0070C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 .-   -.   -..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400" b="1" kern="1200" dirty="0">
                          <a:solidFill>
                            <a:srgbClr val="0070C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CA" sz="2400" kern="1200" dirty="0">
                          <a:solidFill>
                            <a:srgbClr val="0070C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--    ..    -.-.    .</a:t>
                      </a:r>
                      <a:endParaRPr lang="en-CA" sz="2400" b="1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4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413407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24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98396">
                <a:tc gridSpan="3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666908E-6F52-4DCA-3888-C4F7778E6677}"/>
              </a:ext>
            </a:extLst>
          </p:cNvPr>
          <p:cNvSpPr txBox="1"/>
          <p:nvPr/>
        </p:nvSpPr>
        <p:spPr>
          <a:xfrm>
            <a:off x="2879753" y="95770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Moon and Mice</a:t>
            </a:r>
          </a:p>
        </p:txBody>
      </p:sp>
    </p:spTree>
    <p:extLst>
      <p:ext uri="{BB962C8B-B14F-4D97-AF65-F5344CB8AC3E}">
        <p14:creationId xmlns:p14="http://schemas.microsoft.com/office/powerpoint/2010/main" val="3418621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0635C-4DEB-DCA2-550E-A8C4AF350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0235ACF-D94B-9013-E776-771088776C52}"/>
              </a:ext>
            </a:extLst>
          </p:cNvPr>
          <p:cNvSpPr/>
          <p:nvPr/>
        </p:nvSpPr>
        <p:spPr>
          <a:xfrm>
            <a:off x="155974" y="739324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60B60E2-22E7-7960-1F16-E591B66A2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908204"/>
              </p:ext>
            </p:extLst>
          </p:nvPr>
        </p:nvGraphicFramePr>
        <p:xfrm>
          <a:off x="222648" y="1133603"/>
          <a:ext cx="572575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1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4889916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33526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kern="1200" dirty="0" err="1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jsk</a:t>
                      </a:r>
                      <a:r>
                        <a:rPr lang="en-CA" sz="2400" kern="1200" dirty="0" err="1">
                          <a:solidFill>
                            <a:srgbClr val="FF000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Vi</a:t>
                      </a:r>
                      <a:r>
                        <a:rPr lang="en-CA" sz="2400" kern="1200" dirty="0" err="1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rtbshd</a:t>
                      </a:r>
                      <a:r>
                        <a:rPr lang="en-CA" sz="2400" kern="1200" dirty="0" err="1">
                          <a:solidFill>
                            <a:srgbClr val="FF000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PI</a:t>
                      </a:r>
                      <a:r>
                        <a:rPr lang="en-CA" sz="2400" kern="1200" dirty="0" err="1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u</a:t>
                      </a:r>
                      <a:r>
                        <a:rPr lang="en-CA" sz="2400" kern="1200" dirty="0" err="1">
                          <a:solidFill>
                            <a:srgbClr val="FF000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c</a:t>
                      </a:r>
                      <a:r>
                        <a:rPr lang="en-CA" sz="2400" kern="1200" dirty="0" err="1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yf</a:t>
                      </a:r>
                      <a:r>
                        <a:rPr lang="en-CA" sz="2400" kern="1200" dirty="0" err="1">
                          <a:solidFill>
                            <a:srgbClr val="FF000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t</a:t>
                      </a:r>
                      <a:r>
                        <a:rPr lang="en-CA" sz="2400" kern="1200" dirty="0" err="1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zkc</a:t>
                      </a:r>
                      <a:endParaRPr lang="en-CA" sz="2400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kern="1200" dirty="0" err="1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Paleic</a:t>
                      </a:r>
                      <a:r>
                        <a:rPr lang="en-CA" sz="2400" kern="1200" dirty="0" err="1">
                          <a:solidFill>
                            <a:srgbClr val="FF000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br</a:t>
                      </a:r>
                      <a:r>
                        <a:rPr lang="en-CA" sz="2400" kern="1200" dirty="0" err="1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usnckzdblvhak</a:t>
                      </a:r>
                      <a:endParaRPr lang="en-CA" sz="2400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Nx</a:t>
                      </a:r>
                      <a:r>
                        <a:rPr lang="en-CA" sz="2400" b="1" kern="1200" dirty="0" err="1">
                          <a:solidFill>
                            <a:srgbClr val="FF000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an</a:t>
                      </a:r>
                      <a:r>
                        <a:rPr lang="en-CA" sz="2400" b="1" kern="1200" dirty="0" err="1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tmjdyuead</a:t>
                      </a:r>
                      <a:r>
                        <a:rPr lang="en-CA" sz="2400" b="1" kern="1200" dirty="0" err="1">
                          <a:solidFill>
                            <a:srgbClr val="FF000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ure</a:t>
                      </a:r>
                      <a:r>
                        <a:rPr lang="en-CA" sz="2400" b="1" kern="1200" dirty="0" err="1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qbkz</a:t>
                      </a:r>
                      <a:endParaRPr lang="en-CA" sz="24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Plowe</a:t>
                      </a:r>
                      <a:r>
                        <a:rPr lang="en-CA" sz="2400" b="1" kern="1200" dirty="0" err="1">
                          <a:solidFill>
                            <a:srgbClr val="FF000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T</a:t>
                      </a:r>
                      <a:r>
                        <a:rPr lang="en-CA" sz="2400" b="1" kern="1200" dirty="0" err="1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cnauctyekcnalkd</a:t>
                      </a:r>
                      <a:endParaRPr lang="en-CA" sz="24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413407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Dspwicubakfiahclsuvl</a:t>
                      </a:r>
                      <a:r>
                        <a:rPr lang="en-CA" sz="2400" b="1" kern="1200" dirty="0" err="1">
                          <a:solidFill>
                            <a:srgbClr val="FF000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s</a:t>
                      </a:r>
                      <a:r>
                        <a:rPr lang="en-CA" sz="2400" b="1" kern="1200" dirty="0" err="1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q</a:t>
                      </a:r>
                      <a:endParaRPr lang="en-CA" sz="24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98396">
                <a:tc gridSpan="3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CA0A9CE-A742-DDC4-1430-43ECA0694F90}"/>
              </a:ext>
            </a:extLst>
          </p:cNvPr>
          <p:cNvSpPr txBox="1"/>
          <p:nvPr/>
        </p:nvSpPr>
        <p:spPr>
          <a:xfrm>
            <a:off x="660428" y="367154"/>
            <a:ext cx="2254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Vibrant Pictures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7342590-A03A-6105-8872-C94F8F930EA8}"/>
              </a:ext>
            </a:extLst>
          </p:cNvPr>
          <p:cNvSpPr/>
          <p:nvPr/>
        </p:nvSpPr>
        <p:spPr>
          <a:xfrm>
            <a:off x="6179552" y="84896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3B3403-F6A4-F134-63B3-1B68852587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839405"/>
              </p:ext>
            </p:extLst>
          </p:nvPr>
        </p:nvGraphicFramePr>
        <p:xfrm>
          <a:off x="6246226" y="479175"/>
          <a:ext cx="572575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1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4889916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33526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jskVirtbshdPIucyftzkc</a:t>
                      </a:r>
                      <a:endParaRPr lang="en-CA" sz="2400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Paleicbrusnckzdblvhak</a:t>
                      </a:r>
                      <a:endParaRPr lang="en-CA" sz="2400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Nxantmjdyueadureqbkz</a:t>
                      </a:r>
                      <a:endParaRPr lang="en-CA" sz="2400" b="1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PloweTcnauctyekcnalkd</a:t>
                      </a:r>
                      <a:endParaRPr lang="en-CA" sz="2400" b="1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413407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Dspwicubakfiahclsuvlsq</a:t>
                      </a:r>
                      <a:endParaRPr lang="en-CA" sz="2400" b="1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98396">
                <a:tc gridSpan="3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</a:tbl>
          </a:graphicData>
        </a:graphic>
      </p:graphicFrame>
      <p:grpSp>
        <p:nvGrpSpPr>
          <p:cNvPr id="28" name="Group 27">
            <a:extLst>
              <a:ext uri="{FF2B5EF4-FFF2-40B4-BE49-F238E27FC236}">
                <a16:creationId xmlns:a16="http://schemas.microsoft.com/office/drawing/2014/main" id="{DEE9DBCF-691F-B4C7-1BE9-27E9B5EDF843}"/>
              </a:ext>
            </a:extLst>
          </p:cNvPr>
          <p:cNvGrpSpPr/>
          <p:nvPr/>
        </p:nvGrpSpPr>
        <p:grpSpPr>
          <a:xfrm>
            <a:off x="6587289" y="220482"/>
            <a:ext cx="5116054" cy="2739734"/>
            <a:chOff x="6415518" y="458765"/>
            <a:chExt cx="5116054" cy="2739734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B1C5B20-055A-4292-DCEB-D320512D7280}"/>
                </a:ext>
              </a:extLst>
            </p:cNvPr>
            <p:cNvGrpSpPr/>
            <p:nvPr/>
          </p:nvGrpSpPr>
          <p:grpSpPr>
            <a:xfrm>
              <a:off x="6415518" y="458766"/>
              <a:ext cx="5116054" cy="2739733"/>
              <a:chOff x="6582824" y="3472900"/>
              <a:chExt cx="5116054" cy="2739733"/>
            </a:xfrm>
            <a:solidFill>
              <a:schemeClr val="bg1">
                <a:lumMod val="75000"/>
              </a:schemeClr>
            </a:solidFill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51519B5-DE86-BF19-FFFC-2BEB3706D220}"/>
                  </a:ext>
                </a:extLst>
              </p:cNvPr>
              <p:cNvSpPr/>
              <p:nvPr/>
            </p:nvSpPr>
            <p:spPr>
              <a:xfrm>
                <a:off x="6582826" y="3655864"/>
                <a:ext cx="884774" cy="99868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2C44F0A-F930-690C-5D13-F8BE491F11D2}"/>
                  </a:ext>
                </a:extLst>
              </p:cNvPr>
              <p:cNvSpPr/>
              <p:nvPr/>
            </p:nvSpPr>
            <p:spPr>
              <a:xfrm>
                <a:off x="6582824" y="4316264"/>
                <a:ext cx="700627" cy="99868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53AAE14-CACA-486E-FDD6-E19272DF7529}"/>
                  </a:ext>
                </a:extLst>
              </p:cNvPr>
              <p:cNvSpPr/>
              <p:nvPr/>
            </p:nvSpPr>
            <p:spPr>
              <a:xfrm>
                <a:off x="6582825" y="5038623"/>
                <a:ext cx="1265776" cy="99868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0D13C5F-81ED-7F9F-B711-FAEA56CE7BBD}"/>
                  </a:ext>
                </a:extLst>
              </p:cNvPr>
              <p:cNvSpPr/>
              <p:nvPr/>
            </p:nvSpPr>
            <p:spPr>
              <a:xfrm>
                <a:off x="7816850" y="4692355"/>
                <a:ext cx="2082798" cy="39706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5E81D42-BFF2-5BA3-4DC6-CDB36E9E55DE}"/>
                  </a:ext>
                </a:extLst>
              </p:cNvPr>
              <p:cNvSpPr/>
              <p:nvPr/>
            </p:nvSpPr>
            <p:spPr>
              <a:xfrm>
                <a:off x="7143750" y="4563223"/>
                <a:ext cx="2286000" cy="18293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F601D6E-086F-C2DC-2387-9C5990F9CEEB}"/>
                  </a:ext>
                </a:extLst>
              </p:cNvPr>
              <p:cNvSpPr/>
              <p:nvPr/>
            </p:nvSpPr>
            <p:spPr>
              <a:xfrm>
                <a:off x="7262810" y="4178989"/>
                <a:ext cx="671513" cy="38423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DEEF03B-DFF2-4D1A-2A03-1707DAA133B0}"/>
                  </a:ext>
                </a:extLst>
              </p:cNvPr>
              <p:cNvSpPr/>
              <p:nvPr/>
            </p:nvSpPr>
            <p:spPr>
              <a:xfrm>
                <a:off x="7848600" y="3652788"/>
                <a:ext cx="1371600" cy="66347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FC10D88-D627-B188-3D2C-A56F7D9570DC}"/>
                  </a:ext>
                </a:extLst>
              </p:cNvPr>
              <p:cNvSpPr/>
              <p:nvPr/>
            </p:nvSpPr>
            <p:spPr>
              <a:xfrm>
                <a:off x="8020050" y="5033931"/>
                <a:ext cx="2959100" cy="99868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BF4C9A9-9957-EF3A-9C88-2113A335C602}"/>
                  </a:ext>
                </a:extLst>
              </p:cNvPr>
              <p:cNvSpPr/>
              <p:nvPr/>
            </p:nvSpPr>
            <p:spPr>
              <a:xfrm>
                <a:off x="7262810" y="5537965"/>
                <a:ext cx="2286000" cy="4946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CF1D1D0-357F-1096-865A-FCDE077DFF5F}"/>
                  </a:ext>
                </a:extLst>
              </p:cNvPr>
              <p:cNvSpPr/>
              <p:nvPr/>
            </p:nvSpPr>
            <p:spPr>
              <a:xfrm>
                <a:off x="8405810" y="4133850"/>
                <a:ext cx="3122612" cy="57669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A0E4DDB-DF3F-9938-113A-93A37C58AB93}"/>
                  </a:ext>
                </a:extLst>
              </p:cNvPr>
              <p:cNvSpPr/>
              <p:nvPr/>
            </p:nvSpPr>
            <p:spPr>
              <a:xfrm>
                <a:off x="9639299" y="3698157"/>
                <a:ext cx="203201" cy="67294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3135F07-E6F0-B20C-4005-F8E6955BA25B}"/>
                  </a:ext>
                </a:extLst>
              </p:cNvPr>
              <p:cNvSpPr/>
              <p:nvPr/>
            </p:nvSpPr>
            <p:spPr>
              <a:xfrm>
                <a:off x="10780709" y="3472900"/>
                <a:ext cx="918169" cy="21405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66B1FD4-2187-1B37-76BD-12CCFD75891B}"/>
                  </a:ext>
                </a:extLst>
              </p:cNvPr>
              <p:cNvSpPr/>
              <p:nvPr/>
            </p:nvSpPr>
            <p:spPr>
              <a:xfrm>
                <a:off x="10102849" y="3685310"/>
                <a:ext cx="487363" cy="44854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77B60E7-9C92-EE50-69A5-2866D377DB0C}"/>
                  </a:ext>
                </a:extLst>
              </p:cNvPr>
              <p:cNvSpPr/>
              <p:nvPr/>
            </p:nvSpPr>
            <p:spPr>
              <a:xfrm>
                <a:off x="6582824" y="3481886"/>
                <a:ext cx="4945599" cy="33048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E22A539-FD76-7681-1AD2-2BA2CCCFBED3}"/>
                  </a:ext>
                </a:extLst>
              </p:cNvPr>
              <p:cNvSpPr/>
              <p:nvPr/>
            </p:nvSpPr>
            <p:spPr>
              <a:xfrm>
                <a:off x="10586240" y="4654550"/>
                <a:ext cx="255590" cy="43985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2186B18-24C6-56F9-980B-4BE246EDD0AE}"/>
                  </a:ext>
                </a:extLst>
              </p:cNvPr>
              <p:cNvSpPr/>
              <p:nvPr/>
            </p:nvSpPr>
            <p:spPr>
              <a:xfrm>
                <a:off x="11245889" y="5559201"/>
                <a:ext cx="452987" cy="4825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46C65A0-6D74-D365-DC26-75876B33B82F}"/>
                  </a:ext>
                </a:extLst>
              </p:cNvPr>
              <p:cNvSpPr/>
              <p:nvPr/>
            </p:nvSpPr>
            <p:spPr>
              <a:xfrm>
                <a:off x="6582824" y="5990465"/>
                <a:ext cx="5116052" cy="22216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A67F7D3A-A880-C1AC-2968-0B5035D15D50}"/>
                </a:ext>
              </a:extLst>
            </p:cNvPr>
            <p:cNvSpPr/>
            <p:nvPr/>
          </p:nvSpPr>
          <p:spPr>
            <a:xfrm>
              <a:off x="6415519" y="458765"/>
              <a:ext cx="5116053" cy="2739734"/>
            </a:xfrm>
            <a:prstGeom prst="roundRect">
              <a:avLst>
                <a:gd name="adj" fmla="val 2584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DD8A549-7141-C3C9-A637-E17642F0F7EE}"/>
              </a:ext>
            </a:extLst>
          </p:cNvPr>
          <p:cNvSpPr/>
          <p:nvPr/>
        </p:nvSpPr>
        <p:spPr>
          <a:xfrm>
            <a:off x="6176924" y="3480914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4B2C3838-8289-C4A6-CEF1-B5F425BD6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252978"/>
              </p:ext>
            </p:extLst>
          </p:nvPr>
        </p:nvGraphicFramePr>
        <p:xfrm>
          <a:off x="6243598" y="3875193"/>
          <a:ext cx="572575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1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4889916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33526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jskVirtbshdPIucyftzkc</a:t>
                      </a:r>
                      <a:endParaRPr lang="en-CA" sz="2400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Paleicbrusnckzdblvhak</a:t>
                      </a:r>
                      <a:endParaRPr lang="en-CA" sz="2400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Nxantmjdyueadureqbkz</a:t>
                      </a:r>
                      <a:endParaRPr lang="en-CA" sz="2400" b="1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PloweTcnauctyekcnalkd</a:t>
                      </a:r>
                      <a:endParaRPr lang="en-CA" sz="2400" b="1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413407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Dspwicubakfiahclsuvlsq</a:t>
                      </a:r>
                      <a:endParaRPr lang="en-CA" sz="2400" b="1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98396">
                <a:tc gridSpan="3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1303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B3EC9-4904-65CF-C1D4-1FF13B9B3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D09F09C-51AC-3EBE-4440-F0F38FA20E37}"/>
              </a:ext>
            </a:extLst>
          </p:cNvPr>
          <p:cNvSpPr/>
          <p:nvPr/>
        </p:nvSpPr>
        <p:spPr>
          <a:xfrm>
            <a:off x="155974" y="3429000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B43FAB-2316-5EC0-2C8D-7F3D399BEE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738971"/>
              </p:ext>
            </p:extLst>
          </p:nvPr>
        </p:nvGraphicFramePr>
        <p:xfrm>
          <a:off x="222648" y="3823279"/>
          <a:ext cx="572575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1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4889916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33526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b="0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JSKVIBRDSHDLIAYFKC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PALBRUSNTPICTBLVHA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NXANTJDYUREWEQQBKZ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OTFSDWVAUEUREALIKD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413407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DSPWICUFFIALSUVLSQ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98396">
                <a:tc gridSpan="3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30CD807-2604-46A1-132C-4626FD2919D3}"/>
              </a:ext>
            </a:extLst>
          </p:cNvPr>
          <p:cNvSpPr/>
          <p:nvPr/>
        </p:nvSpPr>
        <p:spPr>
          <a:xfrm>
            <a:off x="6179552" y="84896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03A2FE-19F5-66AA-FB3D-1E527307CC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426527"/>
              </p:ext>
            </p:extLst>
          </p:nvPr>
        </p:nvGraphicFramePr>
        <p:xfrm>
          <a:off x="6246226" y="479175"/>
          <a:ext cx="572575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1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4889916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33526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jskVirtbshdPICcyftzkc</a:t>
                      </a:r>
                      <a:endParaRPr lang="en-CA" sz="2400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PalBRcbrusnTUzdblvha</a:t>
                      </a:r>
                      <a:endParaRPr lang="en-CA" sz="2400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NxanmjdyuREureqbkz</a:t>
                      </a:r>
                      <a:endParaRPr lang="en-CA" sz="2400" b="1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PloTeTcnaucSekcnalIkd</a:t>
                      </a:r>
                      <a:endParaRPr lang="en-CA" sz="2400" b="1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413407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Dspwicubakfiahclsuvlsq</a:t>
                      </a:r>
                      <a:endParaRPr lang="en-CA" sz="2400" b="1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98396">
                <a:tc gridSpan="3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</a:tbl>
          </a:graphicData>
        </a:graphic>
      </p:graphicFrame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7C49BD8-EC73-34FD-8A33-239474F890C0}"/>
              </a:ext>
            </a:extLst>
          </p:cNvPr>
          <p:cNvSpPr/>
          <p:nvPr/>
        </p:nvSpPr>
        <p:spPr>
          <a:xfrm>
            <a:off x="6176924" y="3480914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0085E29C-2858-2A73-207C-B7BC59C2CC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694675"/>
              </p:ext>
            </p:extLst>
          </p:nvPr>
        </p:nvGraphicFramePr>
        <p:xfrm>
          <a:off x="6243598" y="3875193"/>
          <a:ext cx="572575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1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4889916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33526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jskVirtbshdPICcyftzkc</a:t>
                      </a:r>
                      <a:endParaRPr lang="en-CA" sz="2400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PalBRcbrusnTUzdblvha</a:t>
                      </a:r>
                      <a:endParaRPr lang="en-CA" sz="2400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NxanmjdyueREureqbkz</a:t>
                      </a:r>
                      <a:endParaRPr lang="en-CA" sz="2400" b="1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PloTeTcnaucSekcnalIkd</a:t>
                      </a:r>
                      <a:endParaRPr lang="en-CA" sz="2400" b="1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413407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Dspwicubakfiahclsuvlsq</a:t>
                      </a:r>
                      <a:endParaRPr lang="en-CA" sz="2400" b="1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98396">
                <a:tc gridSpan="3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4D225638-AF5B-C333-BB7F-AE20DEF2A77B}"/>
              </a:ext>
            </a:extLst>
          </p:cNvPr>
          <p:cNvSpPr/>
          <p:nvPr/>
        </p:nvSpPr>
        <p:spPr>
          <a:xfrm>
            <a:off x="6281738" y="220808"/>
            <a:ext cx="1042987" cy="27397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E9372F8-EC72-11BE-F960-A5E112BEBC37}"/>
              </a:ext>
            </a:extLst>
          </p:cNvPr>
          <p:cNvSpPr/>
          <p:nvPr/>
        </p:nvSpPr>
        <p:spPr>
          <a:xfrm>
            <a:off x="7891463" y="220808"/>
            <a:ext cx="1042987" cy="27397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ADD691-B2DB-CCA1-B2F0-FD390846B201}"/>
              </a:ext>
            </a:extLst>
          </p:cNvPr>
          <p:cNvSpPr/>
          <p:nvPr/>
        </p:nvSpPr>
        <p:spPr>
          <a:xfrm>
            <a:off x="6388460" y="2276476"/>
            <a:ext cx="2290762" cy="68406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F0D8822-F158-A1AF-E735-F8B5A3AACBFF}"/>
              </a:ext>
            </a:extLst>
          </p:cNvPr>
          <p:cNvSpPr/>
          <p:nvPr/>
        </p:nvSpPr>
        <p:spPr>
          <a:xfrm>
            <a:off x="6388460" y="220807"/>
            <a:ext cx="2376487" cy="34116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7A20AFC-9D4D-6494-7CF9-7809F408623A}"/>
              </a:ext>
            </a:extLst>
          </p:cNvPr>
          <p:cNvSpPr/>
          <p:nvPr/>
        </p:nvSpPr>
        <p:spPr>
          <a:xfrm>
            <a:off x="9931722" y="220807"/>
            <a:ext cx="1466070" cy="27397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F95316A-B4C9-BE28-5266-18F34ABE8C50}"/>
              </a:ext>
            </a:extLst>
          </p:cNvPr>
          <p:cNvSpPr/>
          <p:nvPr/>
        </p:nvSpPr>
        <p:spPr>
          <a:xfrm>
            <a:off x="8189152" y="220807"/>
            <a:ext cx="1056808" cy="27397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2A680C5-96A8-06D2-52DD-974CBD108853}"/>
              </a:ext>
            </a:extLst>
          </p:cNvPr>
          <p:cNvSpPr/>
          <p:nvPr/>
        </p:nvSpPr>
        <p:spPr>
          <a:xfrm>
            <a:off x="8888734" y="2240363"/>
            <a:ext cx="1042987" cy="72017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394A90D-6F8C-101B-FB2A-CEF0456CE189}"/>
              </a:ext>
            </a:extLst>
          </p:cNvPr>
          <p:cNvSpPr/>
          <p:nvPr/>
        </p:nvSpPr>
        <p:spPr>
          <a:xfrm>
            <a:off x="8979694" y="220806"/>
            <a:ext cx="1042987" cy="34116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BE17966-27AA-394B-17B9-8F69C38BADF5}"/>
              </a:ext>
            </a:extLst>
          </p:cNvPr>
          <p:cNvSpPr/>
          <p:nvPr/>
        </p:nvSpPr>
        <p:spPr>
          <a:xfrm>
            <a:off x="6281738" y="220805"/>
            <a:ext cx="5116053" cy="2739734"/>
          </a:xfrm>
          <a:prstGeom prst="roundRect">
            <a:avLst>
              <a:gd name="adj" fmla="val 258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03509C5-287E-524A-2A08-DCC0F5B784B2}"/>
              </a:ext>
            </a:extLst>
          </p:cNvPr>
          <p:cNvSpPr/>
          <p:nvPr/>
        </p:nvSpPr>
        <p:spPr>
          <a:xfrm>
            <a:off x="121511" y="84896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8B89E0EC-EECB-FF4F-89A7-9F82991107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263263"/>
              </p:ext>
            </p:extLst>
          </p:nvPr>
        </p:nvGraphicFramePr>
        <p:xfrm>
          <a:off x="188185" y="479175"/>
          <a:ext cx="572575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1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4889916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33526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b="0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JSKVIBRDSHDLIAYFKC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PALBRUSNTPICTBLVHA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NXANTJDYUREWEQQBKZ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OTFSDWVAUEUREALIKD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413407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DSPWICUFQFIAHCLSUVLSQ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98396">
                <a:tc gridSpan="3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</a:tbl>
          </a:graphicData>
        </a:graphic>
      </p:graphicFrame>
      <p:sp>
        <p:nvSpPr>
          <p:cNvPr id="41" name="Rectangle 40">
            <a:extLst>
              <a:ext uri="{FF2B5EF4-FFF2-40B4-BE49-F238E27FC236}">
                <a16:creationId xmlns:a16="http://schemas.microsoft.com/office/drawing/2014/main" id="{DFAE647C-DBE5-B084-2AB6-899EB0EE6CD7}"/>
              </a:ext>
            </a:extLst>
          </p:cNvPr>
          <p:cNvSpPr/>
          <p:nvPr/>
        </p:nvSpPr>
        <p:spPr>
          <a:xfrm>
            <a:off x="511251" y="2276475"/>
            <a:ext cx="5129623" cy="55823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35F1456-E050-E041-8B52-067F212E9EB8}"/>
              </a:ext>
            </a:extLst>
          </p:cNvPr>
          <p:cNvSpPr/>
          <p:nvPr/>
        </p:nvSpPr>
        <p:spPr>
          <a:xfrm>
            <a:off x="511251" y="1846907"/>
            <a:ext cx="2732957" cy="42956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1E82A9B-F642-D974-5BE5-B460315D6598}"/>
              </a:ext>
            </a:extLst>
          </p:cNvPr>
          <p:cNvSpPr/>
          <p:nvPr/>
        </p:nvSpPr>
        <p:spPr>
          <a:xfrm>
            <a:off x="511251" y="382962"/>
            <a:ext cx="674754" cy="149534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4591A66-8344-22B1-740C-11777A86CAD1}"/>
              </a:ext>
            </a:extLst>
          </p:cNvPr>
          <p:cNvSpPr/>
          <p:nvPr/>
        </p:nvSpPr>
        <p:spPr>
          <a:xfrm>
            <a:off x="1186004" y="382962"/>
            <a:ext cx="214747" cy="10157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2BA0BA0-2F20-9C1C-4F39-ACB6392A31FD}"/>
              </a:ext>
            </a:extLst>
          </p:cNvPr>
          <p:cNvSpPr/>
          <p:nvPr/>
        </p:nvSpPr>
        <p:spPr>
          <a:xfrm>
            <a:off x="1341758" y="935975"/>
            <a:ext cx="1709260" cy="46278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0D29E59-CB41-5D25-148D-CB3014D9AE69}"/>
              </a:ext>
            </a:extLst>
          </p:cNvPr>
          <p:cNvSpPr/>
          <p:nvPr/>
        </p:nvSpPr>
        <p:spPr>
          <a:xfrm>
            <a:off x="2504190" y="391390"/>
            <a:ext cx="3136684" cy="54458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ADAEC41-F9B5-814F-29FA-B9FF6BF3E570}"/>
              </a:ext>
            </a:extLst>
          </p:cNvPr>
          <p:cNvSpPr/>
          <p:nvPr/>
        </p:nvSpPr>
        <p:spPr>
          <a:xfrm>
            <a:off x="4138857" y="895073"/>
            <a:ext cx="1502017" cy="98323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856EC36-059F-9E4E-5BB3-C9C1BC941B37}"/>
              </a:ext>
            </a:extLst>
          </p:cNvPr>
          <p:cNvSpPr/>
          <p:nvPr/>
        </p:nvSpPr>
        <p:spPr>
          <a:xfrm>
            <a:off x="4108635" y="1539042"/>
            <a:ext cx="1532239" cy="98323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6525F5E-F225-7184-9BE4-5405061F55D1}"/>
              </a:ext>
            </a:extLst>
          </p:cNvPr>
          <p:cNvSpPr/>
          <p:nvPr/>
        </p:nvSpPr>
        <p:spPr>
          <a:xfrm>
            <a:off x="1967489" y="1363941"/>
            <a:ext cx="2315199" cy="5143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05D4D7A-D133-1B08-44D9-093B5B3B6003}"/>
              </a:ext>
            </a:extLst>
          </p:cNvPr>
          <p:cNvSpPr/>
          <p:nvPr/>
        </p:nvSpPr>
        <p:spPr>
          <a:xfrm>
            <a:off x="984140" y="382565"/>
            <a:ext cx="2315199" cy="15524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158D4644-38A1-C74B-9113-729B7572547D}"/>
              </a:ext>
            </a:extLst>
          </p:cNvPr>
          <p:cNvSpPr/>
          <p:nvPr/>
        </p:nvSpPr>
        <p:spPr>
          <a:xfrm>
            <a:off x="511251" y="382565"/>
            <a:ext cx="5129623" cy="2452143"/>
          </a:xfrm>
          <a:prstGeom prst="roundRect">
            <a:avLst>
              <a:gd name="adj" fmla="val 258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0794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EAA0A-0BD1-A28C-402B-E9EE30BA6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01EAD46-DF73-8677-D7F9-938A2EABB355}"/>
              </a:ext>
            </a:extLst>
          </p:cNvPr>
          <p:cNvSpPr/>
          <p:nvPr/>
        </p:nvSpPr>
        <p:spPr>
          <a:xfrm>
            <a:off x="6177369" y="343991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32A70D-488A-AE31-B6F9-56C9DA44F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554531"/>
              </p:ext>
            </p:extLst>
          </p:nvPr>
        </p:nvGraphicFramePr>
        <p:xfrm>
          <a:off x="6244043" y="738270"/>
          <a:ext cx="572575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1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4889916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33526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b="0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LQZKMBTNYWRAHFICUE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PDJXWNEI</a:t>
                      </a:r>
                      <a:r>
                        <a:rPr lang="en-CA" sz="2400" b="0" kern="1200" dirty="0">
                          <a:solidFill>
                            <a:srgbClr val="FF000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LUMI</a:t>
                      </a:r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RUZLQM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SXBCLMUZTAKQJN</a:t>
                      </a:r>
                      <a:r>
                        <a:rPr lang="en-CA" sz="2400" b="0" kern="1200" dirty="0">
                          <a:solidFill>
                            <a:srgbClr val="FF000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NOUS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ZNYWPKV</a:t>
                      </a:r>
                      <a:r>
                        <a:rPr lang="en-CA" sz="2400" b="0" kern="1200" dirty="0">
                          <a:solidFill>
                            <a:srgbClr val="FF000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CAN</a:t>
                      </a:r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UTMCOREX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413407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HTADCZIRLXQBNVE</a:t>
                      </a:r>
                      <a:r>
                        <a:rPr lang="en-CA" sz="2400" b="0" kern="1200" dirty="0">
                          <a:solidFill>
                            <a:srgbClr val="FF000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VAS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98396">
                <a:tc gridSpan="3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</a:tbl>
          </a:graphicData>
        </a:graphic>
      </p:graphicFrame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132C19D-2B78-D5A7-069C-B9D1DCB1A5E6}"/>
              </a:ext>
            </a:extLst>
          </p:cNvPr>
          <p:cNvSpPr/>
          <p:nvPr/>
        </p:nvSpPr>
        <p:spPr>
          <a:xfrm>
            <a:off x="128549" y="343991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813C1F02-6729-9C61-8996-C8DABB3B45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813010"/>
              </p:ext>
            </p:extLst>
          </p:nvPr>
        </p:nvGraphicFramePr>
        <p:xfrm>
          <a:off x="195223" y="738270"/>
          <a:ext cx="572575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1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4889916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33526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b="0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LQZKMBTNYWRAHFICUE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PDJXWNEILUMIRUZLQM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SXBCLMUZTAKQJNNOUS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ZNYWPKVCANUTMCOREX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413407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HTADCZIRLXQBNVEVAS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98396">
                <a:tc gridSpan="3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8E7FA49-4162-E5AF-340F-F20FDD9F2AA9}"/>
              </a:ext>
            </a:extLst>
          </p:cNvPr>
          <p:cNvSpPr/>
          <p:nvPr/>
        </p:nvSpPr>
        <p:spPr>
          <a:xfrm>
            <a:off x="137398" y="3591045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370AFE-3134-8539-B98A-21F3B3D064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522149"/>
              </p:ext>
            </p:extLst>
          </p:nvPr>
        </p:nvGraphicFramePr>
        <p:xfrm>
          <a:off x="204072" y="3985324"/>
          <a:ext cx="5707841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1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4889916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15613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b="0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LQZKMBTNYWRAHFICUE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PDJXWNEILUMIRUZLQM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SXBCLMUZTAKQJNNOUS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ZNYWPKVCANUTMCOREX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413407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HTADCZIRLXQBNVEVAS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98396">
                <a:tc gridSpan="3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</a:tbl>
          </a:graphicData>
        </a:graphic>
      </p:graphicFrame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9A9AC15-0EE7-3BAD-FEC0-132895FD32FE}"/>
              </a:ext>
            </a:extLst>
          </p:cNvPr>
          <p:cNvSpPr/>
          <p:nvPr/>
        </p:nvSpPr>
        <p:spPr>
          <a:xfrm>
            <a:off x="1418198" y="2776778"/>
            <a:ext cx="3548960" cy="2345086"/>
          </a:xfrm>
          <a:custGeom>
            <a:avLst/>
            <a:gdLst>
              <a:gd name="connsiteX0" fmla="*/ 2492266 w 3548960"/>
              <a:gd name="connsiteY0" fmla="*/ 1517464 h 2345086"/>
              <a:gd name="connsiteX1" fmla="*/ 2428890 w 3548960"/>
              <a:gd name="connsiteY1" fmla="*/ 1580840 h 2345086"/>
              <a:gd name="connsiteX2" fmla="*/ 2428890 w 3548960"/>
              <a:gd name="connsiteY2" fmla="*/ 1834334 h 2345086"/>
              <a:gd name="connsiteX3" fmla="*/ 2492266 w 3548960"/>
              <a:gd name="connsiteY3" fmla="*/ 1897710 h 2345086"/>
              <a:gd name="connsiteX4" fmla="*/ 3210363 w 3548960"/>
              <a:gd name="connsiteY4" fmla="*/ 1897710 h 2345086"/>
              <a:gd name="connsiteX5" fmla="*/ 3273739 w 3548960"/>
              <a:gd name="connsiteY5" fmla="*/ 1834334 h 2345086"/>
              <a:gd name="connsiteX6" fmla="*/ 3273739 w 3548960"/>
              <a:gd name="connsiteY6" fmla="*/ 1580840 h 2345086"/>
              <a:gd name="connsiteX7" fmla="*/ 3210363 w 3548960"/>
              <a:gd name="connsiteY7" fmla="*/ 1517464 h 2345086"/>
              <a:gd name="connsiteX8" fmla="*/ 339336 w 3548960"/>
              <a:gd name="connsiteY8" fmla="*/ 1060264 h 2345086"/>
              <a:gd name="connsiteX9" fmla="*/ 275960 w 3548960"/>
              <a:gd name="connsiteY9" fmla="*/ 1123640 h 2345086"/>
              <a:gd name="connsiteX10" fmla="*/ 275960 w 3548960"/>
              <a:gd name="connsiteY10" fmla="*/ 1377134 h 2345086"/>
              <a:gd name="connsiteX11" fmla="*/ 339336 w 3548960"/>
              <a:gd name="connsiteY11" fmla="*/ 1440510 h 2345086"/>
              <a:gd name="connsiteX12" fmla="*/ 1057433 w 3548960"/>
              <a:gd name="connsiteY12" fmla="*/ 1440510 h 2345086"/>
              <a:gd name="connsiteX13" fmla="*/ 1120809 w 3548960"/>
              <a:gd name="connsiteY13" fmla="*/ 1377134 h 2345086"/>
              <a:gd name="connsiteX14" fmla="*/ 1120809 w 3548960"/>
              <a:gd name="connsiteY14" fmla="*/ 1123640 h 2345086"/>
              <a:gd name="connsiteX15" fmla="*/ 1057433 w 3548960"/>
              <a:gd name="connsiteY15" fmla="*/ 1060264 h 2345086"/>
              <a:gd name="connsiteX16" fmla="*/ 2254990 w 3548960"/>
              <a:gd name="connsiteY16" fmla="*/ 599358 h 2345086"/>
              <a:gd name="connsiteX17" fmla="*/ 2191614 w 3548960"/>
              <a:gd name="connsiteY17" fmla="*/ 662734 h 2345086"/>
              <a:gd name="connsiteX18" fmla="*/ 2191614 w 3548960"/>
              <a:gd name="connsiteY18" fmla="*/ 916228 h 2345086"/>
              <a:gd name="connsiteX19" fmla="*/ 2254990 w 3548960"/>
              <a:gd name="connsiteY19" fmla="*/ 979604 h 2345086"/>
              <a:gd name="connsiteX20" fmla="*/ 3205600 w 3548960"/>
              <a:gd name="connsiteY20" fmla="*/ 979604 h 2345086"/>
              <a:gd name="connsiteX21" fmla="*/ 3268976 w 3548960"/>
              <a:gd name="connsiteY21" fmla="*/ 916228 h 2345086"/>
              <a:gd name="connsiteX22" fmla="*/ 3268976 w 3548960"/>
              <a:gd name="connsiteY22" fmla="*/ 662734 h 2345086"/>
              <a:gd name="connsiteX23" fmla="*/ 3205600 w 3548960"/>
              <a:gd name="connsiteY23" fmla="*/ 599358 h 2345086"/>
              <a:gd name="connsiteX24" fmla="*/ 634611 w 3548960"/>
              <a:gd name="connsiteY24" fmla="*/ 145095 h 2345086"/>
              <a:gd name="connsiteX25" fmla="*/ 571235 w 3548960"/>
              <a:gd name="connsiteY25" fmla="*/ 208471 h 2345086"/>
              <a:gd name="connsiteX26" fmla="*/ 571235 w 3548960"/>
              <a:gd name="connsiteY26" fmla="*/ 461965 h 2345086"/>
              <a:gd name="connsiteX27" fmla="*/ 634611 w 3548960"/>
              <a:gd name="connsiteY27" fmla="*/ 525341 h 2345086"/>
              <a:gd name="connsiteX28" fmla="*/ 1585221 w 3548960"/>
              <a:gd name="connsiteY28" fmla="*/ 525341 h 2345086"/>
              <a:gd name="connsiteX29" fmla="*/ 1648597 w 3548960"/>
              <a:gd name="connsiteY29" fmla="*/ 461965 h 2345086"/>
              <a:gd name="connsiteX30" fmla="*/ 1648597 w 3548960"/>
              <a:gd name="connsiteY30" fmla="*/ 208471 h 2345086"/>
              <a:gd name="connsiteX31" fmla="*/ 1585221 w 3548960"/>
              <a:gd name="connsiteY31" fmla="*/ 145095 h 2345086"/>
              <a:gd name="connsiteX32" fmla="*/ 60597 w 3548960"/>
              <a:gd name="connsiteY32" fmla="*/ 0 h 2345086"/>
              <a:gd name="connsiteX33" fmla="*/ 3488363 w 3548960"/>
              <a:gd name="connsiteY33" fmla="*/ 0 h 2345086"/>
              <a:gd name="connsiteX34" fmla="*/ 3548960 w 3548960"/>
              <a:gd name="connsiteY34" fmla="*/ 60597 h 2345086"/>
              <a:gd name="connsiteX35" fmla="*/ 3548960 w 3548960"/>
              <a:gd name="connsiteY35" fmla="*/ 2284489 h 2345086"/>
              <a:gd name="connsiteX36" fmla="*/ 3488363 w 3548960"/>
              <a:gd name="connsiteY36" fmla="*/ 2345086 h 2345086"/>
              <a:gd name="connsiteX37" fmla="*/ 60597 w 3548960"/>
              <a:gd name="connsiteY37" fmla="*/ 2345086 h 2345086"/>
              <a:gd name="connsiteX38" fmla="*/ 0 w 3548960"/>
              <a:gd name="connsiteY38" fmla="*/ 2284489 h 2345086"/>
              <a:gd name="connsiteX39" fmla="*/ 0 w 3548960"/>
              <a:gd name="connsiteY39" fmla="*/ 60597 h 2345086"/>
              <a:gd name="connsiteX40" fmla="*/ 60597 w 3548960"/>
              <a:gd name="connsiteY40" fmla="*/ 0 h 234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548960" h="2345086">
                <a:moveTo>
                  <a:pt x="2492266" y="1517464"/>
                </a:moveTo>
                <a:cubicBezTo>
                  <a:pt x="2457264" y="1517464"/>
                  <a:pt x="2428890" y="1545838"/>
                  <a:pt x="2428890" y="1580840"/>
                </a:cubicBezTo>
                <a:lnTo>
                  <a:pt x="2428890" y="1834334"/>
                </a:lnTo>
                <a:cubicBezTo>
                  <a:pt x="2428890" y="1869336"/>
                  <a:pt x="2457264" y="1897710"/>
                  <a:pt x="2492266" y="1897710"/>
                </a:cubicBezTo>
                <a:lnTo>
                  <a:pt x="3210363" y="1897710"/>
                </a:lnTo>
                <a:cubicBezTo>
                  <a:pt x="3245365" y="1897710"/>
                  <a:pt x="3273739" y="1869336"/>
                  <a:pt x="3273739" y="1834334"/>
                </a:cubicBezTo>
                <a:lnTo>
                  <a:pt x="3273739" y="1580840"/>
                </a:lnTo>
                <a:cubicBezTo>
                  <a:pt x="3273739" y="1545838"/>
                  <a:pt x="3245365" y="1517464"/>
                  <a:pt x="3210363" y="1517464"/>
                </a:cubicBezTo>
                <a:close/>
                <a:moveTo>
                  <a:pt x="339336" y="1060264"/>
                </a:moveTo>
                <a:cubicBezTo>
                  <a:pt x="304334" y="1060264"/>
                  <a:pt x="275960" y="1088638"/>
                  <a:pt x="275960" y="1123640"/>
                </a:cubicBezTo>
                <a:lnTo>
                  <a:pt x="275960" y="1377134"/>
                </a:lnTo>
                <a:cubicBezTo>
                  <a:pt x="275960" y="1412136"/>
                  <a:pt x="304334" y="1440510"/>
                  <a:pt x="339336" y="1440510"/>
                </a:cubicBezTo>
                <a:lnTo>
                  <a:pt x="1057433" y="1440510"/>
                </a:lnTo>
                <a:cubicBezTo>
                  <a:pt x="1092435" y="1440510"/>
                  <a:pt x="1120809" y="1412136"/>
                  <a:pt x="1120809" y="1377134"/>
                </a:cubicBezTo>
                <a:lnTo>
                  <a:pt x="1120809" y="1123640"/>
                </a:lnTo>
                <a:cubicBezTo>
                  <a:pt x="1120809" y="1088638"/>
                  <a:pt x="1092435" y="1060264"/>
                  <a:pt x="1057433" y="1060264"/>
                </a:cubicBezTo>
                <a:close/>
                <a:moveTo>
                  <a:pt x="2254990" y="599358"/>
                </a:moveTo>
                <a:cubicBezTo>
                  <a:pt x="2219988" y="599358"/>
                  <a:pt x="2191614" y="627732"/>
                  <a:pt x="2191614" y="662734"/>
                </a:cubicBezTo>
                <a:lnTo>
                  <a:pt x="2191614" y="916228"/>
                </a:lnTo>
                <a:cubicBezTo>
                  <a:pt x="2191614" y="951230"/>
                  <a:pt x="2219988" y="979604"/>
                  <a:pt x="2254990" y="979604"/>
                </a:cubicBezTo>
                <a:lnTo>
                  <a:pt x="3205600" y="979604"/>
                </a:lnTo>
                <a:cubicBezTo>
                  <a:pt x="3240602" y="979604"/>
                  <a:pt x="3268976" y="951230"/>
                  <a:pt x="3268976" y="916228"/>
                </a:cubicBezTo>
                <a:lnTo>
                  <a:pt x="3268976" y="662734"/>
                </a:lnTo>
                <a:cubicBezTo>
                  <a:pt x="3268976" y="627732"/>
                  <a:pt x="3240602" y="599358"/>
                  <a:pt x="3205600" y="599358"/>
                </a:cubicBezTo>
                <a:close/>
                <a:moveTo>
                  <a:pt x="634611" y="145095"/>
                </a:moveTo>
                <a:cubicBezTo>
                  <a:pt x="599609" y="145095"/>
                  <a:pt x="571235" y="173469"/>
                  <a:pt x="571235" y="208471"/>
                </a:cubicBezTo>
                <a:lnTo>
                  <a:pt x="571235" y="461965"/>
                </a:lnTo>
                <a:cubicBezTo>
                  <a:pt x="571235" y="496967"/>
                  <a:pt x="599609" y="525341"/>
                  <a:pt x="634611" y="525341"/>
                </a:cubicBezTo>
                <a:lnTo>
                  <a:pt x="1585221" y="525341"/>
                </a:lnTo>
                <a:cubicBezTo>
                  <a:pt x="1620223" y="525341"/>
                  <a:pt x="1648597" y="496967"/>
                  <a:pt x="1648597" y="461965"/>
                </a:cubicBezTo>
                <a:lnTo>
                  <a:pt x="1648597" y="208471"/>
                </a:lnTo>
                <a:cubicBezTo>
                  <a:pt x="1648597" y="173469"/>
                  <a:pt x="1620223" y="145095"/>
                  <a:pt x="1585221" y="145095"/>
                </a:cubicBezTo>
                <a:close/>
                <a:moveTo>
                  <a:pt x="60597" y="0"/>
                </a:moveTo>
                <a:lnTo>
                  <a:pt x="3488363" y="0"/>
                </a:lnTo>
                <a:cubicBezTo>
                  <a:pt x="3521830" y="0"/>
                  <a:pt x="3548960" y="27130"/>
                  <a:pt x="3548960" y="60597"/>
                </a:cubicBezTo>
                <a:lnTo>
                  <a:pt x="3548960" y="2284489"/>
                </a:lnTo>
                <a:cubicBezTo>
                  <a:pt x="3548960" y="2317956"/>
                  <a:pt x="3521830" y="2345086"/>
                  <a:pt x="3488363" y="2345086"/>
                </a:cubicBezTo>
                <a:lnTo>
                  <a:pt x="60597" y="2345086"/>
                </a:lnTo>
                <a:cubicBezTo>
                  <a:pt x="27130" y="2345086"/>
                  <a:pt x="0" y="2317956"/>
                  <a:pt x="0" y="2284489"/>
                </a:cubicBezTo>
                <a:lnTo>
                  <a:pt x="0" y="60597"/>
                </a:lnTo>
                <a:cubicBezTo>
                  <a:pt x="0" y="27130"/>
                  <a:pt x="27130" y="0"/>
                  <a:pt x="60597" y="0"/>
                </a:cubicBezTo>
                <a:close/>
              </a:path>
            </a:pathLst>
          </a:cu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75859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A3C3E-764A-B452-EC87-3C7F51236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FADAA8C-3AA7-D306-2B74-D7EA7DB45D0F}"/>
              </a:ext>
            </a:extLst>
          </p:cNvPr>
          <p:cNvSpPr/>
          <p:nvPr/>
        </p:nvSpPr>
        <p:spPr>
          <a:xfrm>
            <a:off x="6177369" y="220166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4182FA0-D083-2142-F3BF-11CD5B5A98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884435"/>
              </p:ext>
            </p:extLst>
          </p:nvPr>
        </p:nvGraphicFramePr>
        <p:xfrm>
          <a:off x="6244043" y="614445"/>
          <a:ext cx="572575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1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4889916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33526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b="0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QZKMLVTRCEWNSYAJDU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MXG</a:t>
                      </a:r>
                      <a:r>
                        <a:rPr lang="en-CA" sz="2400" b="0" kern="1200" dirty="0">
                          <a:solidFill>
                            <a:srgbClr val="FF000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RELA</a:t>
                      </a:r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PAKLZRWNEBI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NVLOPKQWE</a:t>
                      </a:r>
                      <a:r>
                        <a:rPr lang="en-CA" sz="2400" b="0" kern="1200" dirty="0">
                          <a:solidFill>
                            <a:srgbClr val="FF000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EVEN</a:t>
                      </a:r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CRTHZ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JY</a:t>
                      </a:r>
                      <a:r>
                        <a:rPr lang="en-CA" sz="2400" b="0" kern="1200" dirty="0">
                          <a:solidFill>
                            <a:srgbClr val="FF000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XED</a:t>
                      </a:r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AKTLVIEZDRBQM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413407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AHZEDRJWQM</a:t>
                      </a:r>
                      <a:r>
                        <a:rPr lang="en-CA" sz="2400" b="0" kern="1200" dirty="0">
                          <a:solidFill>
                            <a:srgbClr val="FF000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ING</a:t>
                      </a:r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VLKPI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98396">
                <a:tc gridSpan="3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</a:tbl>
          </a:graphicData>
        </a:graphic>
      </p:graphicFrame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A50E78D-AA4F-77E5-57C2-B1DA4AA31D67}"/>
              </a:ext>
            </a:extLst>
          </p:cNvPr>
          <p:cNvSpPr/>
          <p:nvPr/>
        </p:nvSpPr>
        <p:spPr>
          <a:xfrm>
            <a:off x="128549" y="220166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4D9FC5A4-266B-B816-2E05-D5BCDD4ACF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598289"/>
              </p:ext>
            </p:extLst>
          </p:nvPr>
        </p:nvGraphicFramePr>
        <p:xfrm>
          <a:off x="195223" y="614445"/>
          <a:ext cx="572575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1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4889916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33526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b="0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QZKMLVTRCEWNSYAJDU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MXGRELAPAKLZRWNEBI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NVLOPKQWEEVENCRTHZ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JYXEDAKTLVIEZDRBQM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413407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AHZEDRJWQMINGVLKPI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98396">
                <a:tc gridSpan="3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D27F28C7-8DB4-725A-1854-525803C8587D}"/>
              </a:ext>
            </a:extLst>
          </p:cNvPr>
          <p:cNvGrpSpPr/>
          <p:nvPr/>
        </p:nvGrpSpPr>
        <p:grpSpPr>
          <a:xfrm>
            <a:off x="531388" y="970528"/>
            <a:ext cx="5129623" cy="2452143"/>
            <a:chOff x="518289" y="2175185"/>
            <a:chExt cx="5129623" cy="245214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05B96E3-4486-C48A-D47E-B10C653CBE41}"/>
                </a:ext>
              </a:extLst>
            </p:cNvPr>
            <p:cNvSpPr/>
            <p:nvPr/>
          </p:nvSpPr>
          <p:spPr>
            <a:xfrm>
              <a:off x="518289" y="4069095"/>
              <a:ext cx="5129623" cy="55823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4D17324-C826-9BAD-FFC4-91316C31D1B6}"/>
                </a:ext>
              </a:extLst>
            </p:cNvPr>
            <p:cNvSpPr/>
            <p:nvPr/>
          </p:nvSpPr>
          <p:spPr>
            <a:xfrm>
              <a:off x="518289" y="3639527"/>
              <a:ext cx="2732957" cy="42956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3BA5E93-8D4E-5527-BEFF-2AE30540C5DF}"/>
                </a:ext>
              </a:extLst>
            </p:cNvPr>
            <p:cNvSpPr/>
            <p:nvPr/>
          </p:nvSpPr>
          <p:spPr>
            <a:xfrm>
              <a:off x="518289" y="2175582"/>
              <a:ext cx="674754" cy="149534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D070C3E-7EEA-4E92-7066-2F6D34729CE6}"/>
                </a:ext>
              </a:extLst>
            </p:cNvPr>
            <p:cNvSpPr/>
            <p:nvPr/>
          </p:nvSpPr>
          <p:spPr>
            <a:xfrm>
              <a:off x="1193042" y="2175582"/>
              <a:ext cx="214747" cy="101579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A139E8A-DCBD-91F9-5D53-51E3831685A5}"/>
                </a:ext>
              </a:extLst>
            </p:cNvPr>
            <p:cNvSpPr/>
            <p:nvPr/>
          </p:nvSpPr>
          <p:spPr>
            <a:xfrm>
              <a:off x="1348796" y="2728595"/>
              <a:ext cx="1709260" cy="46278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A0F2339-DB29-73A5-6E02-F23401243BE2}"/>
                </a:ext>
              </a:extLst>
            </p:cNvPr>
            <p:cNvSpPr/>
            <p:nvPr/>
          </p:nvSpPr>
          <p:spPr>
            <a:xfrm>
              <a:off x="2511228" y="2184010"/>
              <a:ext cx="3136684" cy="54458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6ECCBC-5466-B497-3627-DB878A1D886D}"/>
                </a:ext>
              </a:extLst>
            </p:cNvPr>
            <p:cNvSpPr/>
            <p:nvPr/>
          </p:nvSpPr>
          <p:spPr>
            <a:xfrm>
              <a:off x="4145895" y="2687693"/>
              <a:ext cx="1502017" cy="98323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34869C7-1BCF-085D-12D3-E5E4E8AEBA21}"/>
                </a:ext>
              </a:extLst>
            </p:cNvPr>
            <p:cNvSpPr/>
            <p:nvPr/>
          </p:nvSpPr>
          <p:spPr>
            <a:xfrm>
              <a:off x="4115673" y="3331662"/>
              <a:ext cx="1532239" cy="98323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D1DFB-E87F-83EA-706C-725E9B2D1816}"/>
                </a:ext>
              </a:extLst>
            </p:cNvPr>
            <p:cNvSpPr/>
            <p:nvPr/>
          </p:nvSpPr>
          <p:spPr>
            <a:xfrm>
              <a:off x="1974527" y="3156561"/>
              <a:ext cx="2315199" cy="51436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996B36-E2D0-0D19-A3BD-6C52C55F25EF}"/>
                </a:ext>
              </a:extLst>
            </p:cNvPr>
            <p:cNvSpPr/>
            <p:nvPr/>
          </p:nvSpPr>
          <p:spPr>
            <a:xfrm>
              <a:off x="991178" y="2175185"/>
              <a:ext cx="2315199" cy="15524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4206826-AE2C-B0FE-4A2E-F081C697A4B2}"/>
                </a:ext>
              </a:extLst>
            </p:cNvPr>
            <p:cNvSpPr/>
            <p:nvPr/>
          </p:nvSpPr>
          <p:spPr>
            <a:xfrm>
              <a:off x="518289" y="2175185"/>
              <a:ext cx="5129623" cy="2452143"/>
            </a:xfrm>
            <a:prstGeom prst="roundRect">
              <a:avLst>
                <a:gd name="adj" fmla="val 2584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3A26ECF-26DD-3AAD-9988-710DF2814F6F}"/>
              </a:ext>
            </a:extLst>
          </p:cNvPr>
          <p:cNvSpPr/>
          <p:nvPr/>
        </p:nvSpPr>
        <p:spPr>
          <a:xfrm>
            <a:off x="3472269" y="3591795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203F602-DAA5-0FB9-C9F8-F086D5A99C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118332"/>
              </p:ext>
            </p:extLst>
          </p:nvPr>
        </p:nvGraphicFramePr>
        <p:xfrm>
          <a:off x="3538943" y="3986074"/>
          <a:ext cx="572575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1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4889916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33526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b="0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QZKMLVTRCEWNSYAJDU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MXGRELAPAKLZRWNEBI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NVLOPKQWEEVENCRTHZ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JYXEDAKTLVIEZDRBQM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413407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AHZEDRJWQMINGVLKPI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98396">
                <a:tc gridSpan="3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6087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2DF7A-54AD-02DB-98E3-CF8E11A87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D4B6D44-DDCC-F683-5561-C3434AE87510}"/>
              </a:ext>
            </a:extLst>
          </p:cNvPr>
          <p:cNvSpPr/>
          <p:nvPr/>
        </p:nvSpPr>
        <p:spPr>
          <a:xfrm>
            <a:off x="6177369" y="229691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CC2247F-4DA9-D65B-21B5-F8FC58714B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033556"/>
              </p:ext>
            </p:extLst>
          </p:nvPr>
        </p:nvGraphicFramePr>
        <p:xfrm>
          <a:off x="6244043" y="623970"/>
          <a:ext cx="572575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1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4889916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33526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b="0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JSK</a:t>
                      </a:r>
                      <a:r>
                        <a:rPr lang="en-CA" sz="2400" b="0" kern="1200" dirty="0">
                          <a:solidFill>
                            <a:srgbClr val="FF000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BROW</a:t>
                      </a:r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DSHDLIAYFKC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PALBRUSNT</a:t>
                      </a:r>
                      <a:r>
                        <a:rPr lang="en-CA" sz="2400" b="0" kern="1200" dirty="0">
                          <a:solidFill>
                            <a:srgbClr val="FF000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HIST</a:t>
                      </a:r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BLVHA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NX</a:t>
                      </a:r>
                      <a:r>
                        <a:rPr lang="en-CA" sz="2400" b="0" kern="1200" dirty="0">
                          <a:solidFill>
                            <a:srgbClr val="FF000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SER</a:t>
                      </a:r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JDYUREWEQQBKZ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OTFSDWVAUE</a:t>
                      </a:r>
                      <a:r>
                        <a:rPr lang="en-CA" sz="2400" b="0" kern="1200" dirty="0">
                          <a:solidFill>
                            <a:srgbClr val="FF000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ORY</a:t>
                      </a:r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ALIKD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413407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DSPWICUFQFIAHCLSUVLSQ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98396">
                <a:tc gridSpan="3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</a:tbl>
          </a:graphicData>
        </a:graphic>
      </p:graphicFrame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6A5BB93-0A3A-212A-6738-BC0204D26D2C}"/>
              </a:ext>
            </a:extLst>
          </p:cNvPr>
          <p:cNvSpPr/>
          <p:nvPr/>
        </p:nvSpPr>
        <p:spPr>
          <a:xfrm>
            <a:off x="128549" y="229691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73390CE1-AD26-3465-53AC-E624ED599D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257343"/>
              </p:ext>
            </p:extLst>
          </p:nvPr>
        </p:nvGraphicFramePr>
        <p:xfrm>
          <a:off x="195223" y="623970"/>
          <a:ext cx="572575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1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4889916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33526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b="0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JSKBROWDSHDLIAYFKC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PALBRUSNTHISTBLVHA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NXSERJDYUREWEQQBKZ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OTFSDWVAUEORYALIKD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413407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DSPWICUFQFIAHCLSUVLSQ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98396">
                <a:tc gridSpan="3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CFDF680E-4CDA-828D-EE9C-D88C39F37A49}"/>
              </a:ext>
            </a:extLst>
          </p:cNvPr>
          <p:cNvGrpSpPr/>
          <p:nvPr/>
        </p:nvGrpSpPr>
        <p:grpSpPr>
          <a:xfrm>
            <a:off x="518289" y="527360"/>
            <a:ext cx="5129623" cy="2452143"/>
            <a:chOff x="518289" y="2175185"/>
            <a:chExt cx="5129623" cy="2452143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BF36583-BB74-9543-F5DD-740CEE450341}"/>
                </a:ext>
              </a:extLst>
            </p:cNvPr>
            <p:cNvSpPr/>
            <p:nvPr/>
          </p:nvSpPr>
          <p:spPr>
            <a:xfrm>
              <a:off x="518289" y="4069095"/>
              <a:ext cx="5129623" cy="55823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BF9EBD8-2D61-A48C-C52A-FE7897B7EE35}"/>
                </a:ext>
              </a:extLst>
            </p:cNvPr>
            <p:cNvSpPr/>
            <p:nvPr/>
          </p:nvSpPr>
          <p:spPr>
            <a:xfrm>
              <a:off x="518289" y="3639527"/>
              <a:ext cx="2732957" cy="42956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FE79296-B18C-17F8-0925-8ADDC1689B33}"/>
                </a:ext>
              </a:extLst>
            </p:cNvPr>
            <p:cNvSpPr/>
            <p:nvPr/>
          </p:nvSpPr>
          <p:spPr>
            <a:xfrm>
              <a:off x="518289" y="2175582"/>
              <a:ext cx="674754" cy="149534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843AEF0-C679-07BF-F3F8-B8E5021B0316}"/>
                </a:ext>
              </a:extLst>
            </p:cNvPr>
            <p:cNvSpPr/>
            <p:nvPr/>
          </p:nvSpPr>
          <p:spPr>
            <a:xfrm>
              <a:off x="1193042" y="2175582"/>
              <a:ext cx="214747" cy="101579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33B51CF-9112-AAAF-EBD5-67A5100DDB4C}"/>
                </a:ext>
              </a:extLst>
            </p:cNvPr>
            <p:cNvSpPr/>
            <p:nvPr/>
          </p:nvSpPr>
          <p:spPr>
            <a:xfrm>
              <a:off x="1348796" y="2728595"/>
              <a:ext cx="1709260" cy="46278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EAB33EE-24CF-9D4B-EF47-6F996ACE2312}"/>
                </a:ext>
              </a:extLst>
            </p:cNvPr>
            <p:cNvSpPr/>
            <p:nvPr/>
          </p:nvSpPr>
          <p:spPr>
            <a:xfrm>
              <a:off x="2511228" y="2184010"/>
              <a:ext cx="3136684" cy="54458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DD6E700-4483-EA54-FEDA-FF20790B59C7}"/>
                </a:ext>
              </a:extLst>
            </p:cNvPr>
            <p:cNvSpPr/>
            <p:nvPr/>
          </p:nvSpPr>
          <p:spPr>
            <a:xfrm>
              <a:off x="4145895" y="2687693"/>
              <a:ext cx="1502017" cy="98323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2E8C020-B546-3EC2-E0E8-D6A4DA2BFCBA}"/>
                </a:ext>
              </a:extLst>
            </p:cNvPr>
            <p:cNvSpPr/>
            <p:nvPr/>
          </p:nvSpPr>
          <p:spPr>
            <a:xfrm>
              <a:off x="4115673" y="3331662"/>
              <a:ext cx="1532239" cy="98323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4BE6807-0D2D-FA6D-E226-D57B58BB0E44}"/>
                </a:ext>
              </a:extLst>
            </p:cNvPr>
            <p:cNvSpPr/>
            <p:nvPr/>
          </p:nvSpPr>
          <p:spPr>
            <a:xfrm>
              <a:off x="1974527" y="3156561"/>
              <a:ext cx="2315199" cy="51436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3D1A9DD-79DE-CA29-D5DE-DE5740C7B935}"/>
                </a:ext>
              </a:extLst>
            </p:cNvPr>
            <p:cNvSpPr/>
            <p:nvPr/>
          </p:nvSpPr>
          <p:spPr>
            <a:xfrm>
              <a:off x="991178" y="2175185"/>
              <a:ext cx="2315199" cy="15524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70BFA54F-B910-9378-31D5-2C42BDC523CB}"/>
                </a:ext>
              </a:extLst>
            </p:cNvPr>
            <p:cNvSpPr/>
            <p:nvPr/>
          </p:nvSpPr>
          <p:spPr>
            <a:xfrm>
              <a:off x="518289" y="2175185"/>
              <a:ext cx="5129623" cy="2452143"/>
            </a:xfrm>
            <a:prstGeom prst="roundRect">
              <a:avLst>
                <a:gd name="adj" fmla="val 2584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F8034DA-A0C3-F74E-B880-270D6F24C006}"/>
              </a:ext>
            </a:extLst>
          </p:cNvPr>
          <p:cNvSpPr/>
          <p:nvPr/>
        </p:nvSpPr>
        <p:spPr>
          <a:xfrm>
            <a:off x="3615144" y="3542442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7AC1DE4-31E0-CADC-2FB4-B76E6645C5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31834"/>
              </p:ext>
            </p:extLst>
          </p:nvPr>
        </p:nvGraphicFramePr>
        <p:xfrm>
          <a:off x="3681818" y="3936721"/>
          <a:ext cx="572575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1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4889916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33526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b="0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JSKBROWDSHDLIAYFKC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PALBRUSNTHISTBLVHA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NXSERJDYUREWEQQBKZ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OTFSDWVAUEORYALIKD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413407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DSPWICUFQFIAHCLSUVLSQ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98396">
                <a:tc gridSpan="3">
                  <a:txBody>
                    <a:bodyPr/>
                    <a:lstStyle/>
                    <a:p>
                      <a:endParaRPr lang="en-CA" b="0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3666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D7226-17F1-B5F0-1E60-5B3D48352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0D58F68-59D0-0F53-8B52-415CE97F729A}"/>
              </a:ext>
            </a:extLst>
          </p:cNvPr>
          <p:cNvSpPr/>
          <p:nvPr/>
        </p:nvSpPr>
        <p:spPr>
          <a:xfrm>
            <a:off x="155974" y="1653721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A924910-F7B6-507F-3957-E47B32D432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510195"/>
              </p:ext>
            </p:extLst>
          </p:nvPr>
        </p:nvGraphicFramePr>
        <p:xfrm>
          <a:off x="222648" y="2048000"/>
          <a:ext cx="572575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1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4889916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33526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jsk</a:t>
                      </a:r>
                      <a:r>
                        <a:rPr lang="en-CA" sz="2400" kern="1200" dirty="0" err="1">
                          <a:solidFill>
                            <a:srgbClr val="FF000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Vibrant</a:t>
                      </a:r>
                      <a:r>
                        <a:rPr lang="en-CA" sz="2400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hd</a:t>
                      </a:r>
                      <a:r>
                        <a:rPr lang="en-CA" sz="2400" b="1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PICcyft</a:t>
                      </a:r>
                      <a:r>
                        <a:rPr lang="en-CA" sz="2400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zkc</a:t>
                      </a:r>
                      <a:endParaRPr lang="en-CA" sz="2400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PalBRcbrusnTUzdblvha</a:t>
                      </a:r>
                      <a:endParaRPr lang="en-CA" sz="2400" b="1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Nxanm</a:t>
                      </a:r>
                      <a:r>
                        <a:rPr lang="en-CA" sz="2400" b="1" kern="1200" dirty="0" err="1">
                          <a:solidFill>
                            <a:srgbClr val="FF000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pictures</a:t>
                      </a:r>
                      <a:r>
                        <a:rPr lang="en-CA" sz="2400" b="1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ureqbkz</a:t>
                      </a:r>
                      <a:endParaRPr lang="en-CA" sz="2400" b="1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PloTeTcnaucSekcnalIkd</a:t>
                      </a:r>
                      <a:endParaRPr lang="en-CA" sz="2400" b="1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413407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Dspwicubakfiahclsuvlsq</a:t>
                      </a:r>
                      <a:endParaRPr lang="en-CA" sz="2400" b="1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98396">
                <a:tc gridSpan="3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2662D10-5FD3-EFFA-D3E0-6E59B27B8BD4}"/>
              </a:ext>
            </a:extLst>
          </p:cNvPr>
          <p:cNvSpPr txBox="1"/>
          <p:nvPr/>
        </p:nvSpPr>
        <p:spPr>
          <a:xfrm>
            <a:off x="660428" y="367154"/>
            <a:ext cx="2254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Vibrant Pictures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EB9654E-F93C-40EC-6E75-A44DFCD4F840}"/>
              </a:ext>
            </a:extLst>
          </p:cNvPr>
          <p:cNvSpPr/>
          <p:nvPr/>
        </p:nvSpPr>
        <p:spPr>
          <a:xfrm>
            <a:off x="6179552" y="84896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0885C0-9FDE-16DE-715C-16DCA31FC6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558685"/>
              </p:ext>
            </p:extLst>
          </p:nvPr>
        </p:nvGraphicFramePr>
        <p:xfrm>
          <a:off x="6246226" y="479175"/>
          <a:ext cx="572575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1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4889916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33526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jskVibranthdPICcyftzkc</a:t>
                      </a:r>
                      <a:endParaRPr lang="en-CA" sz="2400" b="1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PalpicturesdsdUzdblvha</a:t>
                      </a:r>
                      <a:endParaRPr lang="en-CA" sz="2400" b="1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Nxanmpicturesureqbkz</a:t>
                      </a:r>
                      <a:endParaRPr lang="en-CA" sz="2400" b="1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PloTeTcnaucSekcnalIkd</a:t>
                      </a:r>
                      <a:endParaRPr lang="en-CA" sz="2400" b="1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413407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Dspwicubakfiahclsuvlsq</a:t>
                      </a:r>
                      <a:endParaRPr lang="en-CA" sz="2400" b="1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98396">
                <a:tc gridSpan="3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</a:tbl>
          </a:graphicData>
        </a:graphic>
      </p:graphicFrame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6473715-819A-DED3-49CE-67B0EAC77DCF}"/>
              </a:ext>
            </a:extLst>
          </p:cNvPr>
          <p:cNvSpPr/>
          <p:nvPr/>
        </p:nvSpPr>
        <p:spPr>
          <a:xfrm>
            <a:off x="6176924" y="3480914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7CF87B1D-DE18-1C43-277C-751E874314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054704"/>
              </p:ext>
            </p:extLst>
          </p:nvPr>
        </p:nvGraphicFramePr>
        <p:xfrm>
          <a:off x="6243598" y="3875193"/>
          <a:ext cx="572575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1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4889916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33526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jskVibranthdPICcyftzkc</a:t>
                      </a:r>
                      <a:endParaRPr lang="en-CA" sz="2400" b="1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PalpicturesdsdUzdblvha</a:t>
                      </a:r>
                      <a:endParaRPr lang="en-CA" sz="2400" b="1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Nxanmpicturesureqbkz</a:t>
                      </a:r>
                      <a:endParaRPr lang="en-CA" sz="2400" b="1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PloTeTcnaucSekcnalIkd</a:t>
                      </a:r>
                      <a:endParaRPr lang="en-CA" sz="2400" b="1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413407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Dspwicubakfiahclsuvlsq</a:t>
                      </a:r>
                      <a:endParaRPr lang="en-CA" sz="2400" b="1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98396">
                <a:tc gridSpan="3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CF176C26-46BD-A0C3-7837-66EDE61A8BDB}"/>
              </a:ext>
            </a:extLst>
          </p:cNvPr>
          <p:cNvSpPr/>
          <p:nvPr/>
        </p:nvSpPr>
        <p:spPr>
          <a:xfrm>
            <a:off x="6271434" y="220804"/>
            <a:ext cx="1091391" cy="273973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F8735F3-FCA9-AE71-E5F8-5887E18B2F6F}"/>
              </a:ext>
            </a:extLst>
          </p:cNvPr>
          <p:cNvSpPr/>
          <p:nvPr/>
        </p:nvSpPr>
        <p:spPr>
          <a:xfrm>
            <a:off x="6388460" y="1381125"/>
            <a:ext cx="2698390" cy="157941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B1C6FD8-3AAE-C7BB-FF5F-541CE84E9985}"/>
              </a:ext>
            </a:extLst>
          </p:cNvPr>
          <p:cNvSpPr/>
          <p:nvPr/>
        </p:nvSpPr>
        <p:spPr>
          <a:xfrm>
            <a:off x="6388460" y="220807"/>
            <a:ext cx="2376487" cy="34116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40882BD-25AA-9767-5BE8-15E565F03BEE}"/>
              </a:ext>
            </a:extLst>
          </p:cNvPr>
          <p:cNvSpPr/>
          <p:nvPr/>
        </p:nvSpPr>
        <p:spPr>
          <a:xfrm>
            <a:off x="9021305" y="220807"/>
            <a:ext cx="2376487" cy="27397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4EEDBCF-3C49-5111-7054-EDE31408292B}"/>
              </a:ext>
            </a:extLst>
          </p:cNvPr>
          <p:cNvSpPr/>
          <p:nvPr/>
        </p:nvSpPr>
        <p:spPr>
          <a:xfrm>
            <a:off x="8888734" y="1381124"/>
            <a:ext cx="1042987" cy="157941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AF629A6-1395-C799-56B3-B0CF57F52203}"/>
              </a:ext>
            </a:extLst>
          </p:cNvPr>
          <p:cNvSpPr/>
          <p:nvPr/>
        </p:nvSpPr>
        <p:spPr>
          <a:xfrm>
            <a:off x="8321998" y="220806"/>
            <a:ext cx="1700684" cy="34116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1C0B2D6-450F-E67E-97E3-E9400AE96096}"/>
              </a:ext>
            </a:extLst>
          </p:cNvPr>
          <p:cNvSpPr/>
          <p:nvPr/>
        </p:nvSpPr>
        <p:spPr>
          <a:xfrm>
            <a:off x="6281738" y="220805"/>
            <a:ext cx="5116053" cy="2739734"/>
          </a:xfrm>
          <a:prstGeom prst="roundRect">
            <a:avLst>
              <a:gd name="adj" fmla="val 258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3714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419FB-2F6E-D7DE-B7A3-06D7F81F9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833318-A614-09A2-4EA6-64AFDA6103F0}"/>
              </a:ext>
            </a:extLst>
          </p:cNvPr>
          <p:cNvSpPr/>
          <p:nvPr/>
        </p:nvSpPr>
        <p:spPr>
          <a:xfrm>
            <a:off x="2998202" y="1708841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254E681-4C5E-52DF-3845-44394C786999}"/>
              </a:ext>
            </a:extLst>
          </p:cNvPr>
          <p:cNvGraphicFramePr>
            <a:graphicFrameLocks noGrp="1"/>
          </p:cNvGraphicFramePr>
          <p:nvPr/>
        </p:nvGraphicFramePr>
        <p:xfrm>
          <a:off x="3064876" y="2103120"/>
          <a:ext cx="572575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1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4889916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33526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kern="1200" dirty="0" err="1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jskwirtbshdnaueyfnzkc</a:t>
                      </a:r>
                      <a:endParaRPr lang="en-CA" sz="2400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kern="1200" dirty="0" err="1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Paleicnvusnckzdblvhak</a:t>
                      </a:r>
                      <a:endParaRPr lang="en-CA" sz="2400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Nxmncmjdyueaduiiqbdkz</a:t>
                      </a:r>
                      <a:endParaRPr lang="en-CA" sz="24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Ploweicnauctyekcnalkdi</a:t>
                      </a:r>
                      <a:endParaRPr lang="en-CA" sz="24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413407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Dskwicubakfiahclsuvlsq</a:t>
                      </a:r>
                      <a:endParaRPr lang="en-CA" sz="24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98396">
                <a:tc gridSpan="3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9270BD1-F2FB-C01C-C715-DD7D3AB89B28}"/>
              </a:ext>
            </a:extLst>
          </p:cNvPr>
          <p:cNvSpPr txBox="1"/>
          <p:nvPr/>
        </p:nvSpPr>
        <p:spPr>
          <a:xfrm>
            <a:off x="2879753" y="95770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Sleepy Night</a:t>
            </a:r>
          </a:p>
        </p:txBody>
      </p:sp>
    </p:spTree>
    <p:extLst>
      <p:ext uri="{BB962C8B-B14F-4D97-AF65-F5344CB8AC3E}">
        <p14:creationId xmlns:p14="http://schemas.microsoft.com/office/powerpoint/2010/main" val="515843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DDC4E-AE69-89F6-DE5D-6832B4AFE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74E61F6-20B0-38E5-AF9C-863995115966}"/>
              </a:ext>
            </a:extLst>
          </p:cNvPr>
          <p:cNvSpPr/>
          <p:nvPr/>
        </p:nvSpPr>
        <p:spPr>
          <a:xfrm>
            <a:off x="2998202" y="1708841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ADEA1FC-094C-5E24-4EB4-A01EF8700306}"/>
              </a:ext>
            </a:extLst>
          </p:cNvPr>
          <p:cNvGraphicFramePr>
            <a:graphicFrameLocks noGrp="1"/>
          </p:cNvGraphicFramePr>
          <p:nvPr/>
        </p:nvGraphicFramePr>
        <p:xfrm>
          <a:off x="3064876" y="2103120"/>
          <a:ext cx="572575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1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4889916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33526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kern="1200" dirty="0" err="1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jskwirtbshdnaueyfnzkc</a:t>
                      </a:r>
                      <a:endParaRPr lang="en-CA" sz="2400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kern="1200" dirty="0" err="1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Paleicnvusnckzdblvhak</a:t>
                      </a:r>
                      <a:endParaRPr lang="en-CA" sz="2400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Nxmncmjdyueaduiiqbdkz</a:t>
                      </a:r>
                      <a:endParaRPr lang="en-CA" sz="24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Ploweicnauctyekcnalkdi</a:t>
                      </a:r>
                      <a:endParaRPr lang="en-CA" sz="24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413407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CA" sz="2400" b="1" kern="1200" dirty="0" err="1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Dskwicubakfiahclsuvlsq</a:t>
                      </a:r>
                      <a:endParaRPr lang="en-CA" sz="24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98396">
                <a:tc gridSpan="3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812759C-1F15-0404-C5A9-67937D779283}"/>
              </a:ext>
            </a:extLst>
          </p:cNvPr>
          <p:cNvSpPr txBox="1"/>
          <p:nvPr/>
        </p:nvSpPr>
        <p:spPr>
          <a:xfrm>
            <a:off x="2879753" y="95770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Browser History</a:t>
            </a:r>
          </a:p>
        </p:txBody>
      </p:sp>
    </p:spTree>
    <p:extLst>
      <p:ext uri="{BB962C8B-B14F-4D97-AF65-F5344CB8AC3E}">
        <p14:creationId xmlns:p14="http://schemas.microsoft.com/office/powerpoint/2010/main" val="1822592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9A17F-0722-58ED-B17B-E70DDE267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684EE6E-BA39-E23D-AB7E-26F480B0BDC8}"/>
              </a:ext>
            </a:extLst>
          </p:cNvPr>
          <p:cNvSpPr/>
          <p:nvPr/>
        </p:nvSpPr>
        <p:spPr>
          <a:xfrm>
            <a:off x="2808079" y="1147526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9E41F9F-BDAD-2A57-C57F-A756390B4C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945869"/>
              </p:ext>
            </p:extLst>
          </p:nvPr>
        </p:nvGraphicFramePr>
        <p:xfrm>
          <a:off x="2874753" y="1541805"/>
          <a:ext cx="572575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1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4889916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33526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400" b="1" kern="1200" dirty="0">
                          <a:solidFill>
                            <a:srgbClr val="0070C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.-     -    -.    ..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400" b="1" kern="1200" dirty="0">
                          <a:solidFill>
                            <a:srgbClr val="0070C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.---    -.-.    ..-    --.-    -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b="1" kern="1200" dirty="0">
                          <a:solidFill>
                            <a:srgbClr val="0070C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.--    ..-.    -.--    -.    - 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400" b="1" kern="1200" dirty="0">
                          <a:solidFill>
                            <a:srgbClr val="0070C0"/>
                          </a:solidFill>
                          <a:latin typeface="Silkscreen" pitchFamily="2" charset="0"/>
                          <a:ea typeface="+mn-ea"/>
                          <a:cs typeface="+mn-cs"/>
                        </a:rPr>
                        <a:t>...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413407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24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98396">
                <a:tc gridSpan="3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12C35E2-5517-9C0F-7E6D-D68CC2A625D1}"/>
              </a:ext>
            </a:extLst>
          </p:cNvPr>
          <p:cNvSpPr txBox="1"/>
          <p:nvPr/>
        </p:nvSpPr>
        <p:spPr>
          <a:xfrm>
            <a:off x="480585" y="2701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Void Exploration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2BE5F2-7E0B-0C29-A9F7-BCFE0756B575}"/>
              </a:ext>
            </a:extLst>
          </p:cNvPr>
          <p:cNvSpPr txBox="1"/>
          <p:nvPr/>
        </p:nvSpPr>
        <p:spPr>
          <a:xfrm>
            <a:off x="3863567" y="270124"/>
            <a:ext cx="2232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 err="1"/>
              <a:t>Atni</a:t>
            </a:r>
            <a:r>
              <a:rPr lang="en-CA" dirty="0"/>
              <a:t> </a:t>
            </a:r>
            <a:r>
              <a:rPr lang="en-CA" dirty="0" err="1"/>
              <a:t>Jcuqtwfynts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32413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97F25-E30D-A773-D5C6-C81BA250B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A09B6DF-8670-EFDF-5303-A4DA7EBD5FFC}"/>
              </a:ext>
            </a:extLst>
          </p:cNvPr>
          <p:cNvSpPr/>
          <p:nvPr/>
        </p:nvSpPr>
        <p:spPr>
          <a:xfrm>
            <a:off x="599034" y="731067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A54501F-08C0-7525-B8B7-54B44B9D0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788751"/>
              </p:ext>
            </p:extLst>
          </p:nvPr>
        </p:nvGraphicFramePr>
        <p:xfrm>
          <a:off x="665708" y="1125346"/>
          <a:ext cx="572575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1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4889916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33526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400" kern="1200" dirty="0">
                          <a:solidFill>
                            <a:srgbClr val="0070C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--.    .--    -.    ..     .-.. 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400" kern="1200" dirty="0">
                          <a:solidFill>
                            <a:srgbClr val="0070C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.---     --.     --..    -.     --.-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400" b="1" kern="1200" dirty="0">
                          <a:solidFill>
                            <a:srgbClr val="0070C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CA" sz="2400" kern="1200" dirty="0">
                          <a:solidFill>
                            <a:srgbClr val="0070C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..    -.    ...     .-..</a:t>
                      </a:r>
                      <a:endParaRPr lang="en-CA" sz="2400" b="1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24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413407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24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98396">
                <a:tc gridSpan="3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23DBE40-65E3-040E-9BF6-C2FA3DEA165A}"/>
              </a:ext>
            </a:extLst>
          </p:cNvPr>
          <p:cNvSpPr txBox="1"/>
          <p:nvPr/>
        </p:nvSpPr>
        <p:spPr>
          <a:xfrm>
            <a:off x="480585" y="2701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Bridge Building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CA797F-7F51-9343-2032-C430F30C408F}"/>
              </a:ext>
            </a:extLst>
          </p:cNvPr>
          <p:cNvSpPr txBox="1"/>
          <p:nvPr/>
        </p:nvSpPr>
        <p:spPr>
          <a:xfrm>
            <a:off x="4886609" y="27012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GWNILJGZNQINSL</a:t>
            </a:r>
          </a:p>
        </p:txBody>
      </p:sp>
    </p:spTree>
    <p:extLst>
      <p:ext uri="{BB962C8B-B14F-4D97-AF65-F5344CB8AC3E}">
        <p14:creationId xmlns:p14="http://schemas.microsoft.com/office/powerpoint/2010/main" val="3706225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BB22F-446A-AB97-CF82-A629E54F1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69B1B41-86FA-5602-4D7A-64AA47C6760E}"/>
              </a:ext>
            </a:extLst>
          </p:cNvPr>
          <p:cNvSpPr txBox="1"/>
          <p:nvPr/>
        </p:nvSpPr>
        <p:spPr>
          <a:xfrm>
            <a:off x="480585" y="2701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Unfiltered Sound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5776255-69F7-A40D-0415-9B63F5C7829F}"/>
              </a:ext>
            </a:extLst>
          </p:cNvPr>
          <p:cNvSpPr/>
          <p:nvPr/>
        </p:nvSpPr>
        <p:spPr>
          <a:xfrm>
            <a:off x="480585" y="812548"/>
            <a:ext cx="5859102" cy="313765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003456E-DC98-AC9E-2FDC-E0309C1B38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363386"/>
              </p:ext>
            </p:extLst>
          </p:nvPr>
        </p:nvGraphicFramePr>
        <p:xfrm>
          <a:off x="547259" y="1206827"/>
          <a:ext cx="572575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12">
                  <a:extLst>
                    <a:ext uri="{9D8B030D-6E8A-4147-A177-3AD203B41FA5}">
                      <a16:colId xmlns:a16="http://schemas.microsoft.com/office/drawing/2014/main" val="147971049"/>
                    </a:ext>
                  </a:extLst>
                </a:gridCol>
                <a:gridCol w="4889916">
                  <a:extLst>
                    <a:ext uri="{9D8B030D-6E8A-4147-A177-3AD203B41FA5}">
                      <a16:colId xmlns:a16="http://schemas.microsoft.com/office/drawing/2014/main" val="1603471379"/>
                    </a:ext>
                  </a:extLst>
                </a:gridCol>
                <a:gridCol w="433526">
                  <a:extLst>
                    <a:ext uri="{9D8B030D-6E8A-4147-A177-3AD203B41FA5}">
                      <a16:colId xmlns:a16="http://schemas.microsoft.com/office/drawing/2014/main" val="910692438"/>
                    </a:ext>
                  </a:extLst>
                </a:gridCol>
              </a:tblGrid>
              <a:tr h="413098">
                <a:tc>
                  <a:txBody>
                    <a:bodyPr/>
                    <a:lstStyle/>
                    <a:p>
                      <a:endParaRPr lang="en-CA" sz="1800" kern="1200" dirty="0">
                        <a:solidFill>
                          <a:srgbClr val="0070C0"/>
                        </a:solidFill>
                        <a:latin typeface="Vt323" panose="00000509000000000000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400" b="1" kern="1200" dirty="0">
                          <a:solidFill>
                            <a:srgbClr val="0070C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--..    ...    -.-    -.    --.-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34934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>
                        <a:latin typeface="Vt323" panose="00000509000000000000" pitchFamily="49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400" b="1" kern="1200" dirty="0">
                          <a:solidFill>
                            <a:srgbClr val="0070C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-.--      .---      .--      .---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342695"/>
                  </a:ext>
                </a:extLst>
              </a:tr>
              <a:tr h="288932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b="1" kern="1200" dirty="0">
                          <a:solidFill>
                            <a:srgbClr val="0070C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..       -..-       -        --..          </a:t>
                      </a: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697623"/>
                  </a:ext>
                </a:extLst>
              </a:tr>
              <a:tr h="288932"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2400" b="1" kern="1200" dirty="0">
                          <a:solidFill>
                            <a:srgbClr val="0070C0"/>
                          </a:solidFill>
                          <a:latin typeface="Vt323" panose="00000509000000000000" pitchFamily="49" charset="0"/>
                          <a:ea typeface="+mn-ea"/>
                          <a:cs typeface="+mn-cs"/>
                        </a:rPr>
                        <a:t>...        ..</a:t>
                      </a:r>
                      <a:endParaRPr lang="en-CA" sz="24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32683"/>
                  </a:ext>
                </a:extLst>
              </a:tr>
              <a:tr h="413407"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24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054026"/>
                  </a:ext>
                </a:extLst>
              </a:tr>
              <a:tr h="298396">
                <a:tc gridSpan="3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sz="1600" b="1" kern="1200" dirty="0">
                        <a:solidFill>
                          <a:srgbClr val="0070C0"/>
                        </a:solidFill>
                        <a:latin typeface="Silkscreen" pitchFamily="2" charset="0"/>
                        <a:ea typeface="+mn-ea"/>
                        <a:cs typeface="+mn-cs"/>
                      </a:endParaRPr>
                    </a:p>
                  </a:txBody>
                  <a:tcPr anchor="b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411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47FC15E-7841-129B-B36F-BF8422DD8B69}"/>
              </a:ext>
            </a:extLst>
          </p:cNvPr>
          <p:cNvSpPr txBox="1"/>
          <p:nvPr/>
        </p:nvSpPr>
        <p:spPr>
          <a:xfrm>
            <a:off x="3863567" y="270124"/>
            <a:ext cx="2232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 err="1"/>
              <a:t>Zsknqyjwji</a:t>
            </a:r>
            <a:r>
              <a:rPr lang="en-CA" dirty="0"/>
              <a:t> </a:t>
            </a:r>
            <a:r>
              <a:rPr lang="en-CA" dirty="0" err="1"/>
              <a:t>Xtzsi</a:t>
            </a:r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A813E2-4D13-544F-95B5-62AE4938BBC7}"/>
              </a:ext>
            </a:extLst>
          </p:cNvPr>
          <p:cNvSpPr txBox="1"/>
          <p:nvPr/>
        </p:nvSpPr>
        <p:spPr>
          <a:xfrm>
            <a:off x="6642981" y="27012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ZSKNQYJWJIXTZSI</a:t>
            </a:r>
          </a:p>
        </p:txBody>
      </p:sp>
    </p:spTree>
    <p:extLst>
      <p:ext uri="{BB962C8B-B14F-4D97-AF65-F5344CB8AC3E}">
        <p14:creationId xmlns:p14="http://schemas.microsoft.com/office/powerpoint/2010/main" val="39383910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75AD6-92E2-7183-BBF5-E998A9D7E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D8796F3-CA29-FEBF-79A9-64556349306E}"/>
              </a:ext>
            </a:extLst>
          </p:cNvPr>
          <p:cNvSpPr/>
          <p:nvPr/>
        </p:nvSpPr>
        <p:spPr>
          <a:xfrm>
            <a:off x="1733550" y="552570"/>
            <a:ext cx="3228975" cy="3339980"/>
          </a:xfrm>
          <a:prstGeom prst="roundRect">
            <a:avLst>
              <a:gd name="adj" fmla="val 2584"/>
            </a:avLst>
          </a:prstGeom>
          <a:solidFill>
            <a:srgbClr val="FAF9F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65B7F2A-D18E-1B2E-4EED-AE609F22F5DC}"/>
              </a:ext>
            </a:extLst>
          </p:cNvPr>
          <p:cNvSpPr/>
          <p:nvPr/>
        </p:nvSpPr>
        <p:spPr>
          <a:xfrm>
            <a:off x="2141537" y="2031998"/>
            <a:ext cx="1076325" cy="377827"/>
          </a:xfrm>
          <a:prstGeom prst="round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A7075DE-3F7E-A722-5153-0E362EFF6F54}"/>
              </a:ext>
            </a:extLst>
          </p:cNvPr>
          <p:cNvSpPr/>
          <p:nvPr/>
        </p:nvSpPr>
        <p:spPr>
          <a:xfrm>
            <a:off x="3763962" y="2486818"/>
            <a:ext cx="1085850" cy="377825"/>
          </a:xfrm>
          <a:prstGeom prst="round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EA9ACB5-2AB6-C4A9-67A7-BDCA04217542}"/>
              </a:ext>
            </a:extLst>
          </p:cNvPr>
          <p:cNvSpPr/>
          <p:nvPr/>
        </p:nvSpPr>
        <p:spPr>
          <a:xfrm>
            <a:off x="1846262" y="2942227"/>
            <a:ext cx="847725" cy="377825"/>
          </a:xfrm>
          <a:prstGeom prst="round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5EF84F7-21DE-BB44-9EED-19623A851708}"/>
              </a:ext>
            </a:extLst>
          </p:cNvPr>
          <p:cNvSpPr/>
          <p:nvPr/>
        </p:nvSpPr>
        <p:spPr>
          <a:xfrm>
            <a:off x="4002087" y="3402601"/>
            <a:ext cx="847725" cy="377825"/>
          </a:xfrm>
          <a:prstGeom prst="round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91498D-30EC-143F-7A7B-0CA41935231F}"/>
              </a:ext>
            </a:extLst>
          </p:cNvPr>
          <p:cNvSpPr txBox="1"/>
          <p:nvPr/>
        </p:nvSpPr>
        <p:spPr>
          <a:xfrm>
            <a:off x="1846262" y="680183"/>
            <a:ext cx="3116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>
                <a:latin typeface="Iceberg" panose="02000400000000000000" pitchFamily="2" charset="0"/>
              </a:rPr>
              <a:t>Peek into the Void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30043DF-D80B-D60C-AD48-9DF30AED712D}"/>
              </a:ext>
            </a:extLst>
          </p:cNvPr>
          <p:cNvGrpSpPr/>
          <p:nvPr/>
        </p:nvGrpSpPr>
        <p:grpSpPr>
          <a:xfrm>
            <a:off x="5819775" y="552570"/>
            <a:ext cx="3228975" cy="3339980"/>
            <a:chOff x="5819775" y="552570"/>
            <a:chExt cx="3228975" cy="3339980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B8A429-1913-1A95-F19B-4CC9933D00EB}"/>
                </a:ext>
              </a:extLst>
            </p:cNvPr>
            <p:cNvSpPr/>
            <p:nvPr/>
          </p:nvSpPr>
          <p:spPr>
            <a:xfrm>
              <a:off x="5819775" y="552570"/>
              <a:ext cx="3228975" cy="3339980"/>
            </a:xfrm>
            <a:custGeom>
              <a:avLst/>
              <a:gdLst>
                <a:gd name="connsiteX0" fmla="*/ 2331509 w 3228975"/>
                <a:gd name="connsiteY0" fmla="*/ 2850031 h 3339980"/>
                <a:gd name="connsiteX1" fmla="*/ 2268537 w 3228975"/>
                <a:gd name="connsiteY1" fmla="*/ 2913003 h 3339980"/>
                <a:gd name="connsiteX2" fmla="*/ 2268537 w 3228975"/>
                <a:gd name="connsiteY2" fmla="*/ 3164884 h 3339980"/>
                <a:gd name="connsiteX3" fmla="*/ 2331509 w 3228975"/>
                <a:gd name="connsiteY3" fmla="*/ 3227856 h 3339980"/>
                <a:gd name="connsiteX4" fmla="*/ 3053290 w 3228975"/>
                <a:gd name="connsiteY4" fmla="*/ 3227856 h 3339980"/>
                <a:gd name="connsiteX5" fmla="*/ 3116262 w 3228975"/>
                <a:gd name="connsiteY5" fmla="*/ 3164884 h 3339980"/>
                <a:gd name="connsiteX6" fmla="*/ 3116262 w 3228975"/>
                <a:gd name="connsiteY6" fmla="*/ 2913003 h 3339980"/>
                <a:gd name="connsiteX7" fmla="*/ 3053290 w 3228975"/>
                <a:gd name="connsiteY7" fmla="*/ 2850031 h 3339980"/>
                <a:gd name="connsiteX8" fmla="*/ 175684 w 3228975"/>
                <a:gd name="connsiteY8" fmla="*/ 2389657 h 3339980"/>
                <a:gd name="connsiteX9" fmla="*/ 112712 w 3228975"/>
                <a:gd name="connsiteY9" fmla="*/ 2452629 h 3339980"/>
                <a:gd name="connsiteX10" fmla="*/ 112712 w 3228975"/>
                <a:gd name="connsiteY10" fmla="*/ 2704510 h 3339980"/>
                <a:gd name="connsiteX11" fmla="*/ 175684 w 3228975"/>
                <a:gd name="connsiteY11" fmla="*/ 2767482 h 3339980"/>
                <a:gd name="connsiteX12" fmla="*/ 897465 w 3228975"/>
                <a:gd name="connsiteY12" fmla="*/ 2767482 h 3339980"/>
                <a:gd name="connsiteX13" fmla="*/ 960437 w 3228975"/>
                <a:gd name="connsiteY13" fmla="*/ 2704510 h 3339980"/>
                <a:gd name="connsiteX14" fmla="*/ 960437 w 3228975"/>
                <a:gd name="connsiteY14" fmla="*/ 2452629 h 3339980"/>
                <a:gd name="connsiteX15" fmla="*/ 897465 w 3228975"/>
                <a:gd name="connsiteY15" fmla="*/ 2389657 h 3339980"/>
                <a:gd name="connsiteX16" fmla="*/ 2093384 w 3228975"/>
                <a:gd name="connsiteY16" fmla="*/ 1934248 h 3339980"/>
                <a:gd name="connsiteX17" fmla="*/ 2030412 w 3228975"/>
                <a:gd name="connsiteY17" fmla="*/ 1997220 h 3339980"/>
                <a:gd name="connsiteX18" fmla="*/ 2030412 w 3228975"/>
                <a:gd name="connsiteY18" fmla="*/ 2249101 h 3339980"/>
                <a:gd name="connsiteX19" fmla="*/ 2093384 w 3228975"/>
                <a:gd name="connsiteY19" fmla="*/ 2312073 h 3339980"/>
                <a:gd name="connsiteX20" fmla="*/ 3053290 w 3228975"/>
                <a:gd name="connsiteY20" fmla="*/ 2312073 h 3339980"/>
                <a:gd name="connsiteX21" fmla="*/ 3116262 w 3228975"/>
                <a:gd name="connsiteY21" fmla="*/ 2249101 h 3339980"/>
                <a:gd name="connsiteX22" fmla="*/ 3116262 w 3228975"/>
                <a:gd name="connsiteY22" fmla="*/ 1997220 h 3339980"/>
                <a:gd name="connsiteX23" fmla="*/ 3053290 w 3228975"/>
                <a:gd name="connsiteY23" fmla="*/ 1934248 h 3339980"/>
                <a:gd name="connsiteX24" fmla="*/ 470959 w 3228975"/>
                <a:gd name="connsiteY24" fmla="*/ 1479428 h 3339980"/>
                <a:gd name="connsiteX25" fmla="*/ 407987 w 3228975"/>
                <a:gd name="connsiteY25" fmla="*/ 1542400 h 3339980"/>
                <a:gd name="connsiteX26" fmla="*/ 407987 w 3228975"/>
                <a:gd name="connsiteY26" fmla="*/ 1794283 h 3339980"/>
                <a:gd name="connsiteX27" fmla="*/ 470959 w 3228975"/>
                <a:gd name="connsiteY27" fmla="*/ 1857255 h 3339980"/>
                <a:gd name="connsiteX28" fmla="*/ 1421340 w 3228975"/>
                <a:gd name="connsiteY28" fmla="*/ 1857255 h 3339980"/>
                <a:gd name="connsiteX29" fmla="*/ 1484312 w 3228975"/>
                <a:gd name="connsiteY29" fmla="*/ 1794283 h 3339980"/>
                <a:gd name="connsiteX30" fmla="*/ 1484312 w 3228975"/>
                <a:gd name="connsiteY30" fmla="*/ 1542400 h 3339980"/>
                <a:gd name="connsiteX31" fmla="*/ 1421340 w 3228975"/>
                <a:gd name="connsiteY31" fmla="*/ 1479428 h 3339980"/>
                <a:gd name="connsiteX32" fmla="*/ 83437 w 3228975"/>
                <a:gd name="connsiteY32" fmla="*/ 0 h 3339980"/>
                <a:gd name="connsiteX33" fmla="*/ 3145538 w 3228975"/>
                <a:gd name="connsiteY33" fmla="*/ 0 h 3339980"/>
                <a:gd name="connsiteX34" fmla="*/ 3228975 w 3228975"/>
                <a:gd name="connsiteY34" fmla="*/ 83437 h 3339980"/>
                <a:gd name="connsiteX35" fmla="*/ 3228975 w 3228975"/>
                <a:gd name="connsiteY35" fmla="*/ 3256543 h 3339980"/>
                <a:gd name="connsiteX36" fmla="*/ 3145538 w 3228975"/>
                <a:gd name="connsiteY36" fmla="*/ 3339980 h 3339980"/>
                <a:gd name="connsiteX37" fmla="*/ 83437 w 3228975"/>
                <a:gd name="connsiteY37" fmla="*/ 3339980 h 3339980"/>
                <a:gd name="connsiteX38" fmla="*/ 0 w 3228975"/>
                <a:gd name="connsiteY38" fmla="*/ 3256543 h 3339980"/>
                <a:gd name="connsiteX39" fmla="*/ 0 w 3228975"/>
                <a:gd name="connsiteY39" fmla="*/ 83437 h 3339980"/>
                <a:gd name="connsiteX40" fmla="*/ 83437 w 3228975"/>
                <a:gd name="connsiteY40" fmla="*/ 0 h 3339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228975" h="3339980">
                  <a:moveTo>
                    <a:pt x="2331509" y="2850031"/>
                  </a:moveTo>
                  <a:cubicBezTo>
                    <a:pt x="2296731" y="2850031"/>
                    <a:pt x="2268537" y="2878225"/>
                    <a:pt x="2268537" y="2913003"/>
                  </a:cubicBezTo>
                  <a:lnTo>
                    <a:pt x="2268537" y="3164884"/>
                  </a:lnTo>
                  <a:cubicBezTo>
                    <a:pt x="2268537" y="3199662"/>
                    <a:pt x="2296731" y="3227856"/>
                    <a:pt x="2331509" y="3227856"/>
                  </a:cubicBezTo>
                  <a:lnTo>
                    <a:pt x="3053290" y="3227856"/>
                  </a:lnTo>
                  <a:cubicBezTo>
                    <a:pt x="3088068" y="3227856"/>
                    <a:pt x="3116262" y="3199662"/>
                    <a:pt x="3116262" y="3164884"/>
                  </a:cubicBezTo>
                  <a:lnTo>
                    <a:pt x="3116262" y="2913003"/>
                  </a:lnTo>
                  <a:cubicBezTo>
                    <a:pt x="3116262" y="2878225"/>
                    <a:pt x="3088068" y="2850031"/>
                    <a:pt x="3053290" y="2850031"/>
                  </a:cubicBezTo>
                  <a:close/>
                  <a:moveTo>
                    <a:pt x="175684" y="2389657"/>
                  </a:moveTo>
                  <a:cubicBezTo>
                    <a:pt x="140906" y="2389657"/>
                    <a:pt x="112712" y="2417851"/>
                    <a:pt x="112712" y="2452629"/>
                  </a:cubicBezTo>
                  <a:lnTo>
                    <a:pt x="112712" y="2704510"/>
                  </a:lnTo>
                  <a:cubicBezTo>
                    <a:pt x="112712" y="2739288"/>
                    <a:pt x="140906" y="2767482"/>
                    <a:pt x="175684" y="2767482"/>
                  </a:cubicBezTo>
                  <a:lnTo>
                    <a:pt x="897465" y="2767482"/>
                  </a:lnTo>
                  <a:cubicBezTo>
                    <a:pt x="932243" y="2767482"/>
                    <a:pt x="960437" y="2739288"/>
                    <a:pt x="960437" y="2704510"/>
                  </a:cubicBezTo>
                  <a:lnTo>
                    <a:pt x="960437" y="2452629"/>
                  </a:lnTo>
                  <a:cubicBezTo>
                    <a:pt x="960437" y="2417851"/>
                    <a:pt x="932243" y="2389657"/>
                    <a:pt x="897465" y="2389657"/>
                  </a:cubicBezTo>
                  <a:close/>
                  <a:moveTo>
                    <a:pt x="2093384" y="1934248"/>
                  </a:moveTo>
                  <a:cubicBezTo>
                    <a:pt x="2058606" y="1934248"/>
                    <a:pt x="2030412" y="1962442"/>
                    <a:pt x="2030412" y="1997220"/>
                  </a:cubicBezTo>
                  <a:lnTo>
                    <a:pt x="2030412" y="2249101"/>
                  </a:lnTo>
                  <a:cubicBezTo>
                    <a:pt x="2030412" y="2283879"/>
                    <a:pt x="2058606" y="2312073"/>
                    <a:pt x="2093384" y="2312073"/>
                  </a:cubicBezTo>
                  <a:lnTo>
                    <a:pt x="3053290" y="2312073"/>
                  </a:lnTo>
                  <a:cubicBezTo>
                    <a:pt x="3088068" y="2312073"/>
                    <a:pt x="3116262" y="2283879"/>
                    <a:pt x="3116262" y="2249101"/>
                  </a:cubicBezTo>
                  <a:lnTo>
                    <a:pt x="3116262" y="1997220"/>
                  </a:lnTo>
                  <a:cubicBezTo>
                    <a:pt x="3116262" y="1962442"/>
                    <a:pt x="3088068" y="1934248"/>
                    <a:pt x="3053290" y="1934248"/>
                  </a:cubicBezTo>
                  <a:close/>
                  <a:moveTo>
                    <a:pt x="470959" y="1479428"/>
                  </a:moveTo>
                  <a:cubicBezTo>
                    <a:pt x="436181" y="1479428"/>
                    <a:pt x="407987" y="1507622"/>
                    <a:pt x="407987" y="1542400"/>
                  </a:cubicBezTo>
                  <a:lnTo>
                    <a:pt x="407987" y="1794283"/>
                  </a:lnTo>
                  <a:cubicBezTo>
                    <a:pt x="407987" y="1829061"/>
                    <a:pt x="436181" y="1857255"/>
                    <a:pt x="470959" y="1857255"/>
                  </a:cubicBezTo>
                  <a:lnTo>
                    <a:pt x="1421340" y="1857255"/>
                  </a:lnTo>
                  <a:cubicBezTo>
                    <a:pt x="1456118" y="1857255"/>
                    <a:pt x="1484312" y="1829061"/>
                    <a:pt x="1484312" y="1794283"/>
                  </a:cubicBezTo>
                  <a:lnTo>
                    <a:pt x="1484312" y="1542400"/>
                  </a:lnTo>
                  <a:cubicBezTo>
                    <a:pt x="1484312" y="1507622"/>
                    <a:pt x="1456118" y="1479428"/>
                    <a:pt x="1421340" y="1479428"/>
                  </a:cubicBezTo>
                  <a:close/>
                  <a:moveTo>
                    <a:pt x="83437" y="0"/>
                  </a:moveTo>
                  <a:lnTo>
                    <a:pt x="3145538" y="0"/>
                  </a:lnTo>
                  <a:cubicBezTo>
                    <a:pt x="3191619" y="0"/>
                    <a:pt x="3228975" y="37356"/>
                    <a:pt x="3228975" y="83437"/>
                  </a:cubicBezTo>
                  <a:lnTo>
                    <a:pt x="3228975" y="3256543"/>
                  </a:lnTo>
                  <a:cubicBezTo>
                    <a:pt x="3228975" y="3302624"/>
                    <a:pt x="3191619" y="3339980"/>
                    <a:pt x="3145538" y="3339980"/>
                  </a:cubicBezTo>
                  <a:lnTo>
                    <a:pt x="83437" y="3339980"/>
                  </a:lnTo>
                  <a:cubicBezTo>
                    <a:pt x="37356" y="3339980"/>
                    <a:pt x="0" y="3302624"/>
                    <a:pt x="0" y="3256543"/>
                  </a:cubicBezTo>
                  <a:lnTo>
                    <a:pt x="0" y="83437"/>
                  </a:lnTo>
                  <a:cubicBezTo>
                    <a:pt x="0" y="37356"/>
                    <a:pt x="37356" y="0"/>
                    <a:pt x="83437" y="0"/>
                  </a:cubicBezTo>
                  <a:close/>
                </a:path>
              </a:pathLst>
            </a:custGeom>
            <a:solidFill>
              <a:srgbClr val="FAF9F6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B3DA414-B6E4-5E65-CDB6-A2AB5B7E323A}"/>
                </a:ext>
              </a:extLst>
            </p:cNvPr>
            <p:cNvSpPr txBox="1"/>
            <p:nvPr/>
          </p:nvSpPr>
          <p:spPr>
            <a:xfrm>
              <a:off x="5932487" y="680183"/>
              <a:ext cx="31162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400" dirty="0">
                  <a:solidFill>
                    <a:srgbClr val="0070C0"/>
                  </a:solidFill>
                  <a:latin typeface="Iceberg" panose="02000400000000000000" pitchFamily="2" charset="0"/>
                </a:rPr>
                <a:t>Peek into the Void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62661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2925</TotalTime>
  <Words>269</Words>
  <Application>Microsoft Office PowerPoint</Application>
  <PresentationFormat>Widescreen</PresentationFormat>
  <Paragraphs>158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Iceberg</vt:lpstr>
      <vt:lpstr>Silkscreen</vt:lpstr>
      <vt:lpstr>Vt323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Dobrowlanski</dc:creator>
  <cp:lastModifiedBy>Mark Dobrowlanski</cp:lastModifiedBy>
  <cp:revision>48</cp:revision>
  <dcterms:created xsi:type="dcterms:W3CDTF">2025-04-06T02:01:38Z</dcterms:created>
  <dcterms:modified xsi:type="dcterms:W3CDTF">2025-04-25T23:55:24Z</dcterms:modified>
</cp:coreProperties>
</file>